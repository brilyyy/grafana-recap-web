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147483638" r:id="rId2"/>
    <p:sldId id="280" r:id="rId3"/>
    <p:sldId id="821" r:id="rId4"/>
    <p:sldId id="762" r:id="rId5"/>
    <p:sldId id="538" r:id="rId6"/>
    <p:sldId id="2147483646" r:id="rId7"/>
    <p:sldId id="2147483647" r:id="rId8"/>
    <p:sldId id="256" r:id="rId9"/>
    <p:sldId id="258" r:id="rId10"/>
    <p:sldId id="259" r:id="rId11"/>
    <p:sldId id="260" r:id="rId12"/>
    <p:sldId id="726" r:id="rId13"/>
    <p:sldId id="2147483645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5D556-8D2D-4A26-AA18-1F44A0C4DD2E}" v="7" dt="2026-04-10T03:31:29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lyan 21936. Ramadhan Habib Pricanta" userId="0de7e45e-8582-4dda-9f97-579bd9689f2b" providerId="ADAL" clId="{E8CD322A-E712-42F1-B23E-1E28F2980E1F}"/>
    <pc:docChg chg="undo custSel modSld">
      <pc:chgData name="Brilyan 21936. Ramadhan Habib Pricanta" userId="0de7e45e-8582-4dda-9f97-579bd9689f2b" providerId="ADAL" clId="{E8CD322A-E712-42F1-B23E-1E28F2980E1F}" dt="2026-04-10T03:31:42.980" v="124" actId="13244"/>
      <pc:docMkLst>
        <pc:docMk/>
      </pc:docMkLst>
      <pc:sldChg chg="modSp mod">
        <pc:chgData name="Brilyan 21936. Ramadhan Habib Pricanta" userId="0de7e45e-8582-4dda-9f97-579bd9689f2b" providerId="ADAL" clId="{E8CD322A-E712-42F1-B23E-1E28F2980E1F}" dt="2026-04-10T03:31:42.980" v="124" actId="13244"/>
        <pc:sldMkLst>
          <pc:docMk/>
          <pc:sldMk cId="971545753" sldId="762"/>
        </pc:sldMkLst>
        <pc:spChg chg="mod ord">
          <ac:chgData name="Brilyan 21936. Ramadhan Habib Pricanta" userId="0de7e45e-8582-4dda-9f97-579bd9689f2b" providerId="ADAL" clId="{E8CD322A-E712-42F1-B23E-1E28F2980E1F}" dt="2026-04-10T03:29:28.321" v="10" actId="13244"/>
          <ac:spMkLst>
            <pc:docMk/>
            <pc:sldMk cId="971545753" sldId="762"/>
            <ac:spMk id="3" creationId="{EAA02B1C-2854-9F14-B1CD-EF011239605D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4.547" v="120" actId="13244"/>
          <ac:spMkLst>
            <pc:docMk/>
            <pc:sldMk cId="971545753" sldId="762"/>
            <ac:spMk id="4" creationId="{9AE3644E-868D-989C-7FB9-424E60DB7BDC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42.980" v="124" actId="13244"/>
          <ac:spMkLst>
            <pc:docMk/>
            <pc:sldMk cId="971545753" sldId="762"/>
            <ac:spMk id="12" creationId="{BF0FC461-0DBC-0B93-CE0D-33FD100341AC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40.274" v="123" actId="13244"/>
          <ac:spMkLst>
            <pc:docMk/>
            <pc:sldMk cId="971545753" sldId="762"/>
            <ac:spMk id="18" creationId="{2EB08040-9430-1579-5066-9ED815256694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6.634" v="121" actId="13244"/>
          <ac:spMkLst>
            <pc:docMk/>
            <pc:sldMk cId="971545753" sldId="762"/>
            <ac:spMk id="22" creationId="{4EFD4063-90A4-39D1-3966-259ACD32871F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2.826" v="119" actId="13244"/>
          <ac:spMkLst>
            <pc:docMk/>
            <pc:sldMk cId="971545753" sldId="762"/>
            <ac:spMk id="26" creationId="{83197053-0234-60BC-1FAB-B60C1F07A601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8.201" v="122" actId="13244"/>
          <ac:spMkLst>
            <pc:docMk/>
            <pc:sldMk cId="971545753" sldId="762"/>
            <ac:spMk id="30" creationId="{927029B8-3626-2FC6-D8FF-7767D48AC0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82EB-8573-49DC-8C6E-863C60EEA116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CB27E-06E4-4E5D-ACE2-7E6B566589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312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3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EA1-1D2E-A406-DB3D-599062CE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0E6BC-B0BD-54E9-E0AE-9E62799A3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4CA70-87D3-6F89-5968-A0127E66B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5E148-42E0-201E-447F-2697D27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31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BB5D-F917-6869-C208-52898B18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BFD11-2BB8-3A4B-3F41-44949AF2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B3E6B-6B85-44A7-3D26-7506D5C32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688B9-E5F6-F521-3D97-0768E1E28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18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9CA7-D776-3D9F-48D7-B718DCD21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4FB95-0D1F-81F9-71AF-83E2C7E33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10139-E8B9-B171-B7BF-D6BAF49FF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173AC-68EE-F820-DB66-299912EFE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6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0450-2FF1-26E7-56BF-7C3D5A25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59254-6C52-BDDA-482A-F94FA0936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8F25E-CDF5-8EC7-B018-C68C709D3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B65A-0062-5A5C-4680-6BF5724EE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6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B8B5-A746-7BFA-AFC5-DB9E21CFA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0C097-FB46-88B2-960C-A0BA08A43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908F4-E7A2-924B-9EF3-368F493B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DAF0C-AEA7-56F6-5EDE-49E5284B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5D3F-5C49-F66B-78A4-03943A0F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775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C58C-D64E-F172-C7EF-469459B1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C952-563E-124F-1117-8D7C0E5E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A4A5-F453-7A04-9CC7-29022B6F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DB8B-FD59-B4C3-05CA-8CF01665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74E3-594F-ABD0-33DC-A637097D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655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8BC7-0BE7-4B90-2624-E9ACE3A3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4B3FB-A670-C1F0-2918-25FB9C9E8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30557-0E22-6CB1-EE6F-AFC96C28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BE6EA-3AD6-35C7-1332-30721BC4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6EBA-24AA-06F6-4C87-F10572A8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329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E6D8-4EEC-D08E-3C4D-F1BC6A11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49D2-8A7D-E09A-7665-A73FDACA8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62E9-2390-9B94-1881-CED5BD1D3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CF4CF-6EA1-AFA1-C461-B3BD3496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2F06F-D323-5C1B-2D51-FA3932EB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6FFBE-4195-B277-894E-6C8CE79F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047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9DDC-F342-B9AB-27D5-3316030B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3FEDD-7E11-A8FD-DCBF-0DFA81B2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830A2-59DF-BBCB-027D-BB1CBDCA3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8D39C-C72C-258B-D386-5F5983FD9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F09F1-8787-4A63-A1B9-BA352A335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DAAAF-F435-9201-F35E-18B6F2A3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C5862-91D9-7803-A841-B728235C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C7A95-467C-AE16-2B62-99E4F951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624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4850-047D-F401-C11A-E8A04250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A8F67-2052-D1F0-10CB-BDE57DA4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54A39-6D0E-9385-6E6E-844BE247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D6470-A2C3-F144-6E21-1E5E5CBE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904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F5C2B-81BA-2FCE-448D-8C6EA4DF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5DCEB-156B-823E-024A-80FACBC9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3BE52-19FF-2062-FA58-6BFB237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71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EB80-DAC0-736B-B0B2-95F215D1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230B-D068-0211-3471-BE2850D7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1D729-68B2-4565-DE25-DC92EBDD7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6AFF2-CF23-562F-DA9E-77312DED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3DC1A-A0A4-95D6-CB9C-D8ED5179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04CBE-85B2-30CB-735B-CF79A85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011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8179-2F93-6FEE-EBCA-FF2C9A52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8E33B-99D4-6B54-FAF0-93A65E9C7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961E2-1E90-94EA-F29B-26385CDBD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B0D6F-6E38-B143-C3EE-0BE9AB38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9A66-5C93-D746-E0BB-7F73974F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A72F0-14A4-3F4C-390B-DB735685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741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710D-6372-1C9F-5A7C-72B7F487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14506-A1D5-D61B-17F4-6E6FEC43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98338-1833-20DE-B0CD-0D98696D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9F9B-8597-699F-BB6A-5D4ADC5A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9CB08-EC8B-2373-5F41-7DC40712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68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EBB99-A018-3923-173F-7D1975B48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CF9BD-1ED4-FF4E-E4F5-59C788B36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1223-DC42-68D0-0898-A1F13E1F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8DFC-DA48-D1E1-44EB-00CC85D5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BAFB-EABB-D27A-BBAE-3D6FD3F2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0568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Divider-BTN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F7A3F7-E468-8DD6-BF96-D7E4E63F8982}"/>
              </a:ext>
            </a:extLst>
          </p:cNvPr>
          <p:cNvSpPr/>
          <p:nvPr userDrawn="1"/>
        </p:nvSpPr>
        <p:spPr>
          <a:xfrm>
            <a:off x="4830239" y="0"/>
            <a:ext cx="736176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0980EA-9511-01B7-1252-39776F356E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73" y="4161034"/>
            <a:ext cx="4918360" cy="2754704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2B6F4F1-B189-3F99-6A8A-C86EFBB48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114" y="1327930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A5FC94F-7603-9C4E-A536-4D03D8F149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5407" y="3504339"/>
            <a:ext cx="4676125" cy="1160128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015AFE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D5D6038-CAFF-FAD8-30A0-59664F097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85408" y="2559117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015AFE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A225F01-86D6-D2F1-E853-3C42B4700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5121" r="3012"/>
          <a:stretch/>
        </p:blipFill>
        <p:spPr>
          <a:xfrm>
            <a:off x="10602930" y="-77962"/>
            <a:ext cx="1379595" cy="809851"/>
          </a:xfrm>
          <a:prstGeom prst="rect">
            <a:avLst/>
          </a:prstGeom>
        </p:spPr>
      </p:pic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FEBBF5E5-7344-C974-FFC7-D55C209122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4114" y="165932"/>
            <a:ext cx="2258619" cy="5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93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Main-BT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0B50-6EB2-4E9F-806F-3F73F963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07"/>
            <a:ext cx="10515600" cy="408005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rgbClr val="005BFD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C3B6-FD94-4749-8A0E-9AFB9022E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9956"/>
            <a:ext cx="10515600" cy="537700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F00209-0C1B-667E-105E-A1A73DB9C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5121" r="3012"/>
          <a:stretch/>
        </p:blipFill>
        <p:spPr>
          <a:xfrm>
            <a:off x="10948694" y="-61830"/>
            <a:ext cx="1118296" cy="65646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69A4ABE-11B2-479B-1D97-8B2B62E811ED}"/>
              </a:ext>
            </a:extLst>
          </p:cNvPr>
          <p:cNvGrpSpPr/>
          <p:nvPr userDrawn="1"/>
        </p:nvGrpSpPr>
        <p:grpSpPr>
          <a:xfrm>
            <a:off x="11757659" y="6416040"/>
            <a:ext cx="434340" cy="441959"/>
            <a:chOff x="11757659" y="6416040"/>
            <a:chExt cx="434340" cy="441959"/>
          </a:xfrm>
          <a:solidFill>
            <a:srgbClr val="015AFE"/>
          </a:solidFill>
        </p:grpSpPr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20DF77CE-D2AF-4498-4518-531A02EFB5D5}"/>
                </a:ext>
              </a:extLst>
            </p:cNvPr>
            <p:cNvSpPr/>
            <p:nvPr/>
          </p:nvSpPr>
          <p:spPr>
            <a:xfrm>
              <a:off x="11757659" y="6416040"/>
              <a:ext cx="434340" cy="441959"/>
            </a:xfrm>
            <a:custGeom>
              <a:avLst/>
              <a:gdLst/>
              <a:ahLst/>
              <a:cxnLst/>
              <a:rect l="l" t="t" r="r" b="b"/>
              <a:pathLst>
                <a:path w="434340" h="441959">
                  <a:moveTo>
                    <a:pt x="434340" y="0"/>
                  </a:moveTo>
                  <a:lnTo>
                    <a:pt x="217170" y="0"/>
                  </a:lnTo>
                  <a:lnTo>
                    <a:pt x="167391" y="5836"/>
                  </a:lnTo>
                  <a:lnTo>
                    <a:pt x="121686" y="22460"/>
                  </a:lnTo>
                  <a:lnTo>
                    <a:pt x="81362" y="48545"/>
                  </a:lnTo>
                  <a:lnTo>
                    <a:pt x="47726" y="82766"/>
                  </a:lnTo>
                  <a:lnTo>
                    <a:pt x="22082" y="123797"/>
                  </a:lnTo>
                  <a:lnTo>
                    <a:pt x="5738" y="170310"/>
                  </a:lnTo>
                  <a:lnTo>
                    <a:pt x="0" y="220980"/>
                  </a:lnTo>
                  <a:lnTo>
                    <a:pt x="5738" y="271648"/>
                  </a:lnTo>
                  <a:lnTo>
                    <a:pt x="22082" y="318161"/>
                  </a:lnTo>
                  <a:lnTo>
                    <a:pt x="47726" y="359191"/>
                  </a:lnTo>
                  <a:lnTo>
                    <a:pt x="81362" y="393412"/>
                  </a:lnTo>
                  <a:lnTo>
                    <a:pt x="121686" y="419499"/>
                  </a:lnTo>
                  <a:lnTo>
                    <a:pt x="167391" y="436123"/>
                  </a:lnTo>
                  <a:lnTo>
                    <a:pt x="217170" y="441960"/>
                  </a:lnTo>
                  <a:lnTo>
                    <a:pt x="434340" y="441960"/>
                  </a:lnTo>
                  <a:lnTo>
                    <a:pt x="43434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object 32">
              <a:extLst>
                <a:ext uri="{FF2B5EF4-FFF2-40B4-BE49-F238E27FC236}">
                  <a16:creationId xmlns:a16="http://schemas.microsoft.com/office/drawing/2014/main" id="{A813B60D-5568-0FEC-8212-E5CBD6CD1C78}"/>
                </a:ext>
              </a:extLst>
            </p:cNvPr>
            <p:cNvSpPr txBox="1"/>
            <p:nvPr/>
          </p:nvSpPr>
          <p:spPr>
            <a:xfrm>
              <a:off x="11881700" y="6572884"/>
              <a:ext cx="206581" cy="158505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25400" marR="0" lvl="0" indent="0" algn="ctr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FDA868F-9945-4783-6D06-D5A16207EA80}"/>
              </a:ext>
            </a:extLst>
          </p:cNvPr>
          <p:cNvSpPr txBox="1">
            <a:spLocks/>
          </p:cNvSpPr>
          <p:nvPr userDrawn="1"/>
        </p:nvSpPr>
        <p:spPr>
          <a:xfrm>
            <a:off x="11783715" y="6493267"/>
            <a:ext cx="434341" cy="3647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70ACAF-E6D2-4BB6-846C-C91EF83B68E4}" type="slidenum">
              <a:rPr lang="en-US" sz="110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pPr/>
              <a:t>‹#›</a:t>
            </a:fld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9CADD-76C3-194B-648E-3BC37050D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80129"/>
            <a:ext cx="10515600" cy="214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15AFE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ID"/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6D55CEFF-62F9-F9DF-3275-793C6DED33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010" y="77124"/>
            <a:ext cx="1763767" cy="44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57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Cover-BT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7">
            <a:extLst>
              <a:ext uri="{FF2B5EF4-FFF2-40B4-BE49-F238E27FC236}">
                <a16:creationId xmlns:a16="http://schemas.microsoft.com/office/drawing/2014/main" id="{0A1FFC08-DCB3-D91D-49DD-21DF516C0B9A}"/>
              </a:ext>
            </a:extLst>
          </p:cNvPr>
          <p:cNvGrpSpPr/>
          <p:nvPr/>
        </p:nvGrpSpPr>
        <p:grpSpPr>
          <a:xfrm flipV="1">
            <a:off x="807709" y="354444"/>
            <a:ext cx="11504643" cy="5177981"/>
            <a:chOff x="807709" y="2724654"/>
            <a:chExt cx="11504643" cy="5177981"/>
          </a:xfrm>
        </p:grpSpPr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86FF74CB-C288-5AEB-0848-E1ACA6B69154}"/>
                </a:ext>
              </a:extLst>
            </p:cNvPr>
            <p:cNvGrpSpPr/>
            <p:nvPr/>
          </p:nvGrpSpPr>
          <p:grpSpPr>
            <a:xfrm>
              <a:off x="807709" y="6595457"/>
              <a:ext cx="3569491" cy="1307178"/>
              <a:chOff x="807709" y="6595457"/>
              <a:chExt cx="3569491" cy="1307178"/>
            </a:xfrm>
            <a:solidFill>
              <a:srgbClr val="FFFFFF"/>
            </a:solidFill>
          </p:grpSpPr>
          <p:grpSp>
            <p:nvGrpSpPr>
              <p:cNvPr id="13" name="Graphic 7">
                <a:extLst>
                  <a:ext uri="{FF2B5EF4-FFF2-40B4-BE49-F238E27FC236}">
                    <a16:creationId xmlns:a16="http://schemas.microsoft.com/office/drawing/2014/main" id="{37079446-5ED0-9FD7-912A-0534340F5D26}"/>
                  </a:ext>
                </a:extLst>
              </p:cNvPr>
              <p:cNvGrpSpPr/>
              <p:nvPr/>
            </p:nvGrpSpPr>
            <p:grpSpPr>
              <a:xfrm>
                <a:off x="1825413" y="7563121"/>
                <a:ext cx="2534460" cy="142104"/>
                <a:chOff x="1825413" y="7563121"/>
                <a:chExt cx="2534460" cy="142104"/>
              </a:xfrm>
              <a:solidFill>
                <a:srgbClr val="FFFFFF"/>
              </a:solidFill>
            </p:grpSpPr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3C0CAFE3-45E2-3C26-C781-756234698CEB}"/>
                    </a:ext>
                  </a:extLst>
                </p:cNvPr>
                <p:cNvSpPr/>
                <p:nvPr/>
              </p:nvSpPr>
              <p:spPr>
                <a:xfrm>
                  <a:off x="4200221" y="7563138"/>
                  <a:ext cx="117226" cy="118010"/>
                </a:xfrm>
                <a:custGeom>
                  <a:avLst/>
                  <a:gdLst>
                    <a:gd name="connsiteX0" fmla="*/ 0 w 117226"/>
                    <a:gd name="connsiteY0" fmla="*/ 58988 h 118010"/>
                    <a:gd name="connsiteX1" fmla="*/ 17224 w 117226"/>
                    <a:gd name="connsiteY1" fmla="*/ 17191 h 118010"/>
                    <a:gd name="connsiteX2" fmla="*/ 58989 w 117226"/>
                    <a:gd name="connsiteY2" fmla="*/ 0 h 118010"/>
                    <a:gd name="connsiteX3" fmla="*/ 100753 w 117226"/>
                    <a:gd name="connsiteY3" fmla="*/ 17191 h 118010"/>
                    <a:gd name="connsiteX4" fmla="*/ 100753 w 117226"/>
                    <a:gd name="connsiteY4" fmla="*/ 100769 h 118010"/>
                    <a:gd name="connsiteX5" fmla="*/ 58989 w 117226"/>
                    <a:gd name="connsiteY5" fmla="*/ 118010 h 118010"/>
                    <a:gd name="connsiteX6" fmla="*/ 17224 w 117226"/>
                    <a:gd name="connsiteY6" fmla="*/ 100769 h 118010"/>
                    <a:gd name="connsiteX7" fmla="*/ 0 w 117226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26" h="118010">
                      <a:moveTo>
                        <a:pt x="0" y="58988"/>
                      </a:moveTo>
                      <a:cubicBezTo>
                        <a:pt x="0" y="43416"/>
                        <a:pt x="6358" y="28305"/>
                        <a:pt x="17224" y="17191"/>
                      </a:cubicBezTo>
                      <a:cubicBezTo>
                        <a:pt x="28322" y="6358"/>
                        <a:pt x="43416" y="0"/>
                        <a:pt x="58989" y="0"/>
                      </a:cubicBezTo>
                      <a:cubicBezTo>
                        <a:pt x="74562" y="0"/>
                        <a:pt x="89903" y="6358"/>
                        <a:pt x="100753" y="17191"/>
                      </a:cubicBezTo>
                      <a:cubicBezTo>
                        <a:pt x="122717" y="39172"/>
                        <a:pt x="122717" y="78822"/>
                        <a:pt x="100753" y="100769"/>
                      </a:cubicBezTo>
                      <a:cubicBezTo>
                        <a:pt x="89656" y="111603"/>
                        <a:pt x="74562" y="118010"/>
                        <a:pt x="58989" y="118010"/>
                      </a:cubicBezTo>
                      <a:cubicBezTo>
                        <a:pt x="43416" y="118010"/>
                        <a:pt x="28322" y="111603"/>
                        <a:pt x="17224" y="100769"/>
                      </a:cubicBezTo>
                      <a:cubicBezTo>
                        <a:pt x="6358" y="89639"/>
                        <a:pt x="0" y="74561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516CB720-B680-3F33-7080-BB0A2E9AF75E}"/>
                    </a:ext>
                  </a:extLst>
                </p:cNvPr>
                <p:cNvSpPr/>
                <p:nvPr/>
              </p:nvSpPr>
              <p:spPr>
                <a:xfrm>
                  <a:off x="1825413" y="7563121"/>
                  <a:ext cx="2153649" cy="117993"/>
                </a:xfrm>
                <a:custGeom>
                  <a:avLst/>
                  <a:gdLst>
                    <a:gd name="connsiteX0" fmla="*/ 59005 w 2153649"/>
                    <a:gd name="connsiteY0" fmla="*/ 0 h 117993"/>
                    <a:gd name="connsiteX1" fmla="*/ 118242 w 2153649"/>
                    <a:gd name="connsiteY1" fmla="*/ 58988 h 117993"/>
                    <a:gd name="connsiteX2" fmla="*/ 118242 w 2153649"/>
                    <a:gd name="connsiteY2" fmla="*/ 58988 h 117993"/>
                    <a:gd name="connsiteX3" fmla="*/ 59005 w 2153649"/>
                    <a:gd name="connsiteY3" fmla="*/ 117993 h 117993"/>
                    <a:gd name="connsiteX4" fmla="*/ 59005 w 2153649"/>
                    <a:gd name="connsiteY4" fmla="*/ 117993 h 117993"/>
                    <a:gd name="connsiteX5" fmla="*/ 0 w 2153649"/>
                    <a:gd name="connsiteY5" fmla="*/ 58988 h 117993"/>
                    <a:gd name="connsiteX6" fmla="*/ 0 w 2153649"/>
                    <a:gd name="connsiteY6" fmla="*/ 58988 h 117993"/>
                    <a:gd name="connsiteX7" fmla="*/ 59005 w 2153649"/>
                    <a:gd name="connsiteY7" fmla="*/ 0 h 117993"/>
                    <a:gd name="connsiteX8" fmla="*/ 398389 w 2153649"/>
                    <a:gd name="connsiteY8" fmla="*/ 0 h 117993"/>
                    <a:gd name="connsiteX9" fmla="*/ 457394 w 2153649"/>
                    <a:gd name="connsiteY9" fmla="*/ 58988 h 117993"/>
                    <a:gd name="connsiteX10" fmla="*/ 457394 w 2153649"/>
                    <a:gd name="connsiteY10" fmla="*/ 58988 h 117993"/>
                    <a:gd name="connsiteX11" fmla="*/ 398389 w 2153649"/>
                    <a:gd name="connsiteY11" fmla="*/ 117993 h 117993"/>
                    <a:gd name="connsiteX12" fmla="*/ 398389 w 2153649"/>
                    <a:gd name="connsiteY12" fmla="*/ 117993 h 117993"/>
                    <a:gd name="connsiteX13" fmla="*/ 339383 w 2153649"/>
                    <a:gd name="connsiteY13" fmla="*/ 58988 h 117993"/>
                    <a:gd name="connsiteX14" fmla="*/ 339383 w 2153649"/>
                    <a:gd name="connsiteY14" fmla="*/ 58988 h 117993"/>
                    <a:gd name="connsiteX15" fmla="*/ 398389 w 2153649"/>
                    <a:gd name="connsiteY15" fmla="*/ 0 h 117993"/>
                    <a:gd name="connsiteX16" fmla="*/ 737557 w 2153649"/>
                    <a:gd name="connsiteY16" fmla="*/ 0 h 117993"/>
                    <a:gd name="connsiteX17" fmla="*/ 796562 w 2153649"/>
                    <a:gd name="connsiteY17" fmla="*/ 58988 h 117993"/>
                    <a:gd name="connsiteX18" fmla="*/ 796562 w 2153649"/>
                    <a:gd name="connsiteY18" fmla="*/ 58988 h 117993"/>
                    <a:gd name="connsiteX19" fmla="*/ 737557 w 2153649"/>
                    <a:gd name="connsiteY19" fmla="*/ 117993 h 117993"/>
                    <a:gd name="connsiteX20" fmla="*/ 737557 w 2153649"/>
                    <a:gd name="connsiteY20" fmla="*/ 117993 h 117993"/>
                    <a:gd name="connsiteX21" fmla="*/ 678552 w 2153649"/>
                    <a:gd name="connsiteY21" fmla="*/ 58988 h 117993"/>
                    <a:gd name="connsiteX22" fmla="*/ 678552 w 2153649"/>
                    <a:gd name="connsiteY22" fmla="*/ 58988 h 117993"/>
                    <a:gd name="connsiteX23" fmla="*/ 737557 w 2153649"/>
                    <a:gd name="connsiteY23" fmla="*/ 0 h 117993"/>
                    <a:gd name="connsiteX24" fmla="*/ 1076940 w 2153649"/>
                    <a:gd name="connsiteY24" fmla="*/ 0 h 117993"/>
                    <a:gd name="connsiteX25" fmla="*/ 1135946 w 2153649"/>
                    <a:gd name="connsiteY25" fmla="*/ 58988 h 117993"/>
                    <a:gd name="connsiteX26" fmla="*/ 1135946 w 2153649"/>
                    <a:gd name="connsiteY26" fmla="*/ 58988 h 117993"/>
                    <a:gd name="connsiteX27" fmla="*/ 1076940 w 2153649"/>
                    <a:gd name="connsiteY27" fmla="*/ 117993 h 117993"/>
                    <a:gd name="connsiteX28" fmla="*/ 1076940 w 2153649"/>
                    <a:gd name="connsiteY28" fmla="*/ 117993 h 117993"/>
                    <a:gd name="connsiteX29" fmla="*/ 1017935 w 2153649"/>
                    <a:gd name="connsiteY29" fmla="*/ 58988 h 117993"/>
                    <a:gd name="connsiteX30" fmla="*/ 1017935 w 2153649"/>
                    <a:gd name="connsiteY30" fmla="*/ 58988 h 117993"/>
                    <a:gd name="connsiteX31" fmla="*/ 1076940 w 2153649"/>
                    <a:gd name="connsiteY31" fmla="*/ 0 h 117993"/>
                    <a:gd name="connsiteX32" fmla="*/ 1416109 w 2153649"/>
                    <a:gd name="connsiteY32" fmla="*/ 0 h 117993"/>
                    <a:gd name="connsiteX33" fmla="*/ 1475115 w 2153649"/>
                    <a:gd name="connsiteY33" fmla="*/ 58988 h 117993"/>
                    <a:gd name="connsiteX34" fmla="*/ 1475115 w 2153649"/>
                    <a:gd name="connsiteY34" fmla="*/ 58988 h 117993"/>
                    <a:gd name="connsiteX35" fmla="*/ 1416109 w 2153649"/>
                    <a:gd name="connsiteY35" fmla="*/ 117993 h 117993"/>
                    <a:gd name="connsiteX36" fmla="*/ 1416109 w 2153649"/>
                    <a:gd name="connsiteY36" fmla="*/ 117993 h 117993"/>
                    <a:gd name="connsiteX37" fmla="*/ 1357104 w 2153649"/>
                    <a:gd name="connsiteY37" fmla="*/ 58988 h 117993"/>
                    <a:gd name="connsiteX38" fmla="*/ 1357104 w 2153649"/>
                    <a:gd name="connsiteY38" fmla="*/ 58988 h 117993"/>
                    <a:gd name="connsiteX39" fmla="*/ 1416109 w 2153649"/>
                    <a:gd name="connsiteY39" fmla="*/ 0 h 117993"/>
                    <a:gd name="connsiteX40" fmla="*/ 1755261 w 2153649"/>
                    <a:gd name="connsiteY40" fmla="*/ 0 h 117993"/>
                    <a:gd name="connsiteX41" fmla="*/ 1814250 w 2153649"/>
                    <a:gd name="connsiteY41" fmla="*/ 58988 h 117993"/>
                    <a:gd name="connsiteX42" fmla="*/ 1814250 w 2153649"/>
                    <a:gd name="connsiteY42" fmla="*/ 58988 h 117993"/>
                    <a:gd name="connsiteX43" fmla="*/ 1755261 w 2153649"/>
                    <a:gd name="connsiteY43" fmla="*/ 117993 h 117993"/>
                    <a:gd name="connsiteX44" fmla="*/ 1755261 w 2153649"/>
                    <a:gd name="connsiteY44" fmla="*/ 117993 h 117993"/>
                    <a:gd name="connsiteX45" fmla="*/ 1696256 w 2153649"/>
                    <a:gd name="connsiteY45" fmla="*/ 58988 h 117993"/>
                    <a:gd name="connsiteX46" fmla="*/ 1696256 w 2153649"/>
                    <a:gd name="connsiteY46" fmla="*/ 58988 h 117993"/>
                    <a:gd name="connsiteX47" fmla="*/ 1755261 w 2153649"/>
                    <a:gd name="connsiteY47" fmla="*/ 0 h 117993"/>
                    <a:gd name="connsiteX48" fmla="*/ 2094645 w 2153649"/>
                    <a:gd name="connsiteY48" fmla="*/ 0 h 117993"/>
                    <a:gd name="connsiteX49" fmla="*/ 2153650 w 2153649"/>
                    <a:gd name="connsiteY49" fmla="*/ 58988 h 117993"/>
                    <a:gd name="connsiteX50" fmla="*/ 2153650 w 2153649"/>
                    <a:gd name="connsiteY50" fmla="*/ 58988 h 117993"/>
                    <a:gd name="connsiteX51" fmla="*/ 2094645 w 2153649"/>
                    <a:gd name="connsiteY51" fmla="*/ 117993 h 117993"/>
                    <a:gd name="connsiteX52" fmla="*/ 2094645 w 2153649"/>
                    <a:gd name="connsiteY52" fmla="*/ 117993 h 117993"/>
                    <a:gd name="connsiteX53" fmla="*/ 2035656 w 2153649"/>
                    <a:gd name="connsiteY53" fmla="*/ 58988 h 117993"/>
                    <a:gd name="connsiteX54" fmla="*/ 2035656 w 2153649"/>
                    <a:gd name="connsiteY54" fmla="*/ 58988 h 117993"/>
                    <a:gd name="connsiteX55" fmla="*/ 2094645 w 2153649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649" h="117993">
                      <a:moveTo>
                        <a:pt x="59005" y="0"/>
                      </a:moveTo>
                      <a:cubicBezTo>
                        <a:pt x="91802" y="0"/>
                        <a:pt x="118242" y="26406"/>
                        <a:pt x="118242" y="58988"/>
                      </a:cubicBezTo>
                      <a:lnTo>
                        <a:pt x="118242" y="58988"/>
                      </a:lnTo>
                      <a:cubicBezTo>
                        <a:pt x="118242" y="91538"/>
                        <a:pt x="91802" y="117993"/>
                        <a:pt x="59005" y="117993"/>
                      </a:cubicBezTo>
                      <a:lnTo>
                        <a:pt x="59005" y="117993"/>
                      </a:lnTo>
                      <a:cubicBezTo>
                        <a:pt x="26439" y="117993"/>
                        <a:pt x="0" y="91538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06"/>
                        <a:pt x="26439" y="0"/>
                        <a:pt x="59005" y="0"/>
                      </a:cubicBezTo>
                      <a:close/>
                      <a:moveTo>
                        <a:pt x="398389" y="0"/>
                      </a:moveTo>
                      <a:cubicBezTo>
                        <a:pt x="430955" y="0"/>
                        <a:pt x="457394" y="26406"/>
                        <a:pt x="457394" y="58988"/>
                      </a:cubicBezTo>
                      <a:lnTo>
                        <a:pt x="457394" y="58988"/>
                      </a:lnTo>
                      <a:cubicBezTo>
                        <a:pt x="457394" y="91538"/>
                        <a:pt x="430955" y="117993"/>
                        <a:pt x="398389" y="117993"/>
                      </a:cubicBezTo>
                      <a:lnTo>
                        <a:pt x="398389" y="117993"/>
                      </a:lnTo>
                      <a:cubicBezTo>
                        <a:pt x="365823" y="117993"/>
                        <a:pt x="339383" y="91538"/>
                        <a:pt x="339383" y="58988"/>
                      </a:cubicBezTo>
                      <a:lnTo>
                        <a:pt x="339383" y="58988"/>
                      </a:lnTo>
                      <a:cubicBezTo>
                        <a:pt x="339383" y="26406"/>
                        <a:pt x="365823" y="0"/>
                        <a:pt x="398389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562" y="26406"/>
                        <a:pt x="796562" y="58988"/>
                      </a:cubicBezTo>
                      <a:lnTo>
                        <a:pt x="796562" y="58988"/>
                      </a:lnTo>
                      <a:cubicBezTo>
                        <a:pt x="796562" y="91538"/>
                        <a:pt x="770123" y="117993"/>
                        <a:pt x="737557" y="117993"/>
                      </a:cubicBezTo>
                      <a:lnTo>
                        <a:pt x="737557" y="117993"/>
                      </a:lnTo>
                      <a:cubicBezTo>
                        <a:pt x="704991" y="117993"/>
                        <a:pt x="678552" y="91538"/>
                        <a:pt x="678552" y="58988"/>
                      </a:cubicBezTo>
                      <a:lnTo>
                        <a:pt x="678552" y="58988"/>
                      </a:lnTo>
                      <a:cubicBezTo>
                        <a:pt x="678535" y="26406"/>
                        <a:pt x="704991" y="0"/>
                        <a:pt x="737557" y="0"/>
                      </a:cubicBezTo>
                      <a:close/>
                      <a:moveTo>
                        <a:pt x="1076940" y="0"/>
                      </a:moveTo>
                      <a:cubicBezTo>
                        <a:pt x="1109506" y="0"/>
                        <a:pt x="1135946" y="26406"/>
                        <a:pt x="1135946" y="58988"/>
                      </a:cubicBezTo>
                      <a:lnTo>
                        <a:pt x="1135946" y="58988"/>
                      </a:lnTo>
                      <a:cubicBezTo>
                        <a:pt x="1135946" y="91538"/>
                        <a:pt x="1109506" y="117993"/>
                        <a:pt x="1076940" y="117993"/>
                      </a:cubicBezTo>
                      <a:lnTo>
                        <a:pt x="1076940" y="117993"/>
                      </a:lnTo>
                      <a:cubicBezTo>
                        <a:pt x="1044374" y="117993"/>
                        <a:pt x="1017935" y="91538"/>
                        <a:pt x="1017935" y="58988"/>
                      </a:cubicBezTo>
                      <a:lnTo>
                        <a:pt x="1017935" y="58988"/>
                      </a:lnTo>
                      <a:cubicBezTo>
                        <a:pt x="1017935" y="26406"/>
                        <a:pt x="1044374" y="0"/>
                        <a:pt x="1076940" y="0"/>
                      </a:cubicBezTo>
                      <a:close/>
                      <a:moveTo>
                        <a:pt x="1416109" y="0"/>
                      </a:moveTo>
                      <a:cubicBezTo>
                        <a:pt x="1448675" y="0"/>
                        <a:pt x="1475115" y="26406"/>
                        <a:pt x="1475115" y="58988"/>
                      </a:cubicBezTo>
                      <a:lnTo>
                        <a:pt x="1475115" y="58988"/>
                      </a:lnTo>
                      <a:cubicBezTo>
                        <a:pt x="1475115" y="91538"/>
                        <a:pt x="1448675" y="117993"/>
                        <a:pt x="1416109" y="117993"/>
                      </a:cubicBezTo>
                      <a:lnTo>
                        <a:pt x="1416109" y="117993"/>
                      </a:lnTo>
                      <a:cubicBezTo>
                        <a:pt x="1383543" y="117993"/>
                        <a:pt x="1357104" y="91538"/>
                        <a:pt x="1357104" y="58988"/>
                      </a:cubicBezTo>
                      <a:lnTo>
                        <a:pt x="1357104" y="58988"/>
                      </a:lnTo>
                      <a:cubicBezTo>
                        <a:pt x="1357087" y="26406"/>
                        <a:pt x="1383527" y="0"/>
                        <a:pt x="1416109" y="0"/>
                      </a:cubicBezTo>
                      <a:close/>
                      <a:moveTo>
                        <a:pt x="1755261" y="0"/>
                      </a:moveTo>
                      <a:cubicBezTo>
                        <a:pt x="1787828" y="0"/>
                        <a:pt x="1814250" y="26406"/>
                        <a:pt x="1814250" y="58988"/>
                      </a:cubicBezTo>
                      <a:lnTo>
                        <a:pt x="1814250" y="58988"/>
                      </a:lnTo>
                      <a:cubicBezTo>
                        <a:pt x="1814250" y="91538"/>
                        <a:pt x="1787811" y="117993"/>
                        <a:pt x="1755261" y="117993"/>
                      </a:cubicBezTo>
                      <a:lnTo>
                        <a:pt x="1755261" y="117993"/>
                      </a:lnTo>
                      <a:cubicBezTo>
                        <a:pt x="1722910" y="117993"/>
                        <a:pt x="1696256" y="91538"/>
                        <a:pt x="1696256" y="58988"/>
                      </a:cubicBezTo>
                      <a:lnTo>
                        <a:pt x="1696256" y="58988"/>
                      </a:lnTo>
                      <a:cubicBezTo>
                        <a:pt x="1696256" y="26406"/>
                        <a:pt x="1722910" y="0"/>
                        <a:pt x="1755261" y="0"/>
                      </a:cubicBezTo>
                      <a:close/>
                      <a:moveTo>
                        <a:pt x="2094645" y="0"/>
                      </a:moveTo>
                      <a:cubicBezTo>
                        <a:pt x="2127227" y="0"/>
                        <a:pt x="2153650" y="26406"/>
                        <a:pt x="2153650" y="58988"/>
                      </a:cubicBezTo>
                      <a:lnTo>
                        <a:pt x="2153650" y="58988"/>
                      </a:lnTo>
                      <a:cubicBezTo>
                        <a:pt x="2153650" y="91538"/>
                        <a:pt x="2127227" y="117993"/>
                        <a:pt x="2094645" y="117993"/>
                      </a:cubicBezTo>
                      <a:lnTo>
                        <a:pt x="2094645" y="117993"/>
                      </a:lnTo>
                      <a:cubicBezTo>
                        <a:pt x="2062062" y="117993"/>
                        <a:pt x="2035656" y="91538"/>
                        <a:pt x="2035656" y="58988"/>
                      </a:cubicBezTo>
                      <a:lnTo>
                        <a:pt x="2035656" y="58988"/>
                      </a:lnTo>
                      <a:cubicBezTo>
                        <a:pt x="2035656" y="26406"/>
                        <a:pt x="2062062" y="0"/>
                        <a:pt x="20946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E702E23-768E-4B35-9B50-52D2C8CBFC9A}"/>
                  </a:ext>
                </a:extLst>
              </p:cNvPr>
              <p:cNvSpPr/>
              <p:nvPr/>
            </p:nvSpPr>
            <p:spPr>
              <a:xfrm>
                <a:off x="1486261" y="7321205"/>
                <a:ext cx="2492802" cy="117993"/>
              </a:xfrm>
              <a:custGeom>
                <a:avLst/>
                <a:gdLst>
                  <a:gd name="connsiteX0" fmla="*/ 59005 w 2492802"/>
                  <a:gd name="connsiteY0" fmla="*/ 0 h 117993"/>
                  <a:gd name="connsiteX1" fmla="*/ 118010 w 2492802"/>
                  <a:gd name="connsiteY1" fmla="*/ 59005 h 117993"/>
                  <a:gd name="connsiteX2" fmla="*/ 118010 w 2492802"/>
                  <a:gd name="connsiteY2" fmla="*/ 59005 h 117993"/>
                  <a:gd name="connsiteX3" fmla="*/ 59005 w 2492802"/>
                  <a:gd name="connsiteY3" fmla="*/ 117993 h 117993"/>
                  <a:gd name="connsiteX4" fmla="*/ 59005 w 2492802"/>
                  <a:gd name="connsiteY4" fmla="*/ 117993 h 117993"/>
                  <a:gd name="connsiteX5" fmla="*/ 0 w 2492802"/>
                  <a:gd name="connsiteY5" fmla="*/ 59005 h 117993"/>
                  <a:gd name="connsiteX6" fmla="*/ 0 w 2492802"/>
                  <a:gd name="connsiteY6" fmla="*/ 59005 h 117993"/>
                  <a:gd name="connsiteX7" fmla="*/ 59005 w 2492802"/>
                  <a:gd name="connsiteY7" fmla="*/ 0 h 117993"/>
                  <a:gd name="connsiteX8" fmla="*/ 398389 w 2492802"/>
                  <a:gd name="connsiteY8" fmla="*/ 0 h 117993"/>
                  <a:gd name="connsiteX9" fmla="*/ 457394 w 2492802"/>
                  <a:gd name="connsiteY9" fmla="*/ 59005 h 117993"/>
                  <a:gd name="connsiteX10" fmla="*/ 457394 w 2492802"/>
                  <a:gd name="connsiteY10" fmla="*/ 59005 h 117993"/>
                  <a:gd name="connsiteX11" fmla="*/ 398389 w 2492802"/>
                  <a:gd name="connsiteY11" fmla="*/ 117993 h 117993"/>
                  <a:gd name="connsiteX12" fmla="*/ 398389 w 2492802"/>
                  <a:gd name="connsiteY12" fmla="*/ 117993 h 117993"/>
                  <a:gd name="connsiteX13" fmla="*/ 339383 w 2492802"/>
                  <a:gd name="connsiteY13" fmla="*/ 59005 h 117993"/>
                  <a:gd name="connsiteX14" fmla="*/ 339383 w 2492802"/>
                  <a:gd name="connsiteY14" fmla="*/ 59005 h 117993"/>
                  <a:gd name="connsiteX15" fmla="*/ 398389 w 2492802"/>
                  <a:gd name="connsiteY15" fmla="*/ 0 h 117993"/>
                  <a:gd name="connsiteX16" fmla="*/ 737541 w 2492802"/>
                  <a:gd name="connsiteY16" fmla="*/ 0 h 117993"/>
                  <a:gd name="connsiteX17" fmla="*/ 796546 w 2492802"/>
                  <a:gd name="connsiteY17" fmla="*/ 59005 h 117993"/>
                  <a:gd name="connsiteX18" fmla="*/ 796546 w 2492802"/>
                  <a:gd name="connsiteY18" fmla="*/ 59005 h 117993"/>
                  <a:gd name="connsiteX19" fmla="*/ 737541 w 2492802"/>
                  <a:gd name="connsiteY19" fmla="*/ 117993 h 117993"/>
                  <a:gd name="connsiteX20" fmla="*/ 737541 w 2492802"/>
                  <a:gd name="connsiteY20" fmla="*/ 117993 h 117993"/>
                  <a:gd name="connsiteX21" fmla="*/ 678536 w 2492802"/>
                  <a:gd name="connsiteY21" fmla="*/ 59005 h 117993"/>
                  <a:gd name="connsiteX22" fmla="*/ 678536 w 2492802"/>
                  <a:gd name="connsiteY22" fmla="*/ 59005 h 117993"/>
                  <a:gd name="connsiteX23" fmla="*/ 737541 w 2492802"/>
                  <a:gd name="connsiteY23" fmla="*/ 0 h 117993"/>
                  <a:gd name="connsiteX24" fmla="*/ 1076709 w 2492802"/>
                  <a:gd name="connsiteY24" fmla="*/ 0 h 117993"/>
                  <a:gd name="connsiteX25" fmla="*/ 1135715 w 2492802"/>
                  <a:gd name="connsiteY25" fmla="*/ 59005 h 117993"/>
                  <a:gd name="connsiteX26" fmla="*/ 1135715 w 2492802"/>
                  <a:gd name="connsiteY26" fmla="*/ 59005 h 117993"/>
                  <a:gd name="connsiteX27" fmla="*/ 1076709 w 2492802"/>
                  <a:gd name="connsiteY27" fmla="*/ 117993 h 117993"/>
                  <a:gd name="connsiteX28" fmla="*/ 1076709 w 2492802"/>
                  <a:gd name="connsiteY28" fmla="*/ 117993 h 117993"/>
                  <a:gd name="connsiteX29" fmla="*/ 1017704 w 2492802"/>
                  <a:gd name="connsiteY29" fmla="*/ 59005 h 117993"/>
                  <a:gd name="connsiteX30" fmla="*/ 1017704 w 2492802"/>
                  <a:gd name="connsiteY30" fmla="*/ 59005 h 117993"/>
                  <a:gd name="connsiteX31" fmla="*/ 1076709 w 2492802"/>
                  <a:gd name="connsiteY31" fmla="*/ 0 h 117993"/>
                  <a:gd name="connsiteX32" fmla="*/ 1416093 w 2492802"/>
                  <a:gd name="connsiteY32" fmla="*/ 0 h 117993"/>
                  <a:gd name="connsiteX33" fmla="*/ 1475098 w 2492802"/>
                  <a:gd name="connsiteY33" fmla="*/ 59005 h 117993"/>
                  <a:gd name="connsiteX34" fmla="*/ 1475098 w 2492802"/>
                  <a:gd name="connsiteY34" fmla="*/ 59005 h 117993"/>
                  <a:gd name="connsiteX35" fmla="*/ 1416093 w 2492802"/>
                  <a:gd name="connsiteY35" fmla="*/ 117993 h 117993"/>
                  <a:gd name="connsiteX36" fmla="*/ 1416093 w 2492802"/>
                  <a:gd name="connsiteY36" fmla="*/ 117993 h 117993"/>
                  <a:gd name="connsiteX37" fmla="*/ 1357087 w 2492802"/>
                  <a:gd name="connsiteY37" fmla="*/ 59005 h 117993"/>
                  <a:gd name="connsiteX38" fmla="*/ 1357087 w 2492802"/>
                  <a:gd name="connsiteY38" fmla="*/ 59005 h 117993"/>
                  <a:gd name="connsiteX39" fmla="*/ 1416093 w 2492802"/>
                  <a:gd name="connsiteY39" fmla="*/ 0 h 117993"/>
                  <a:gd name="connsiteX40" fmla="*/ 1755262 w 2492802"/>
                  <a:gd name="connsiteY40" fmla="*/ 0 h 117993"/>
                  <a:gd name="connsiteX41" fmla="*/ 1814267 w 2492802"/>
                  <a:gd name="connsiteY41" fmla="*/ 59005 h 117993"/>
                  <a:gd name="connsiteX42" fmla="*/ 1814267 w 2492802"/>
                  <a:gd name="connsiteY42" fmla="*/ 59005 h 117993"/>
                  <a:gd name="connsiteX43" fmla="*/ 1755262 w 2492802"/>
                  <a:gd name="connsiteY43" fmla="*/ 117993 h 117993"/>
                  <a:gd name="connsiteX44" fmla="*/ 1755262 w 2492802"/>
                  <a:gd name="connsiteY44" fmla="*/ 117993 h 117993"/>
                  <a:gd name="connsiteX45" fmla="*/ 1696256 w 2492802"/>
                  <a:gd name="connsiteY45" fmla="*/ 59005 h 117993"/>
                  <a:gd name="connsiteX46" fmla="*/ 1696256 w 2492802"/>
                  <a:gd name="connsiteY46" fmla="*/ 59005 h 117993"/>
                  <a:gd name="connsiteX47" fmla="*/ 1755262 w 2492802"/>
                  <a:gd name="connsiteY47" fmla="*/ 0 h 117993"/>
                  <a:gd name="connsiteX48" fmla="*/ 2094414 w 2492802"/>
                  <a:gd name="connsiteY48" fmla="*/ 0 h 117993"/>
                  <a:gd name="connsiteX49" fmla="*/ 2153402 w 2492802"/>
                  <a:gd name="connsiteY49" fmla="*/ 59005 h 117993"/>
                  <a:gd name="connsiteX50" fmla="*/ 2153402 w 2492802"/>
                  <a:gd name="connsiteY50" fmla="*/ 59005 h 117993"/>
                  <a:gd name="connsiteX51" fmla="*/ 2094414 w 2492802"/>
                  <a:gd name="connsiteY51" fmla="*/ 117993 h 117993"/>
                  <a:gd name="connsiteX52" fmla="*/ 2094414 w 2492802"/>
                  <a:gd name="connsiteY52" fmla="*/ 117993 h 117993"/>
                  <a:gd name="connsiteX53" fmla="*/ 2035408 w 2492802"/>
                  <a:gd name="connsiteY53" fmla="*/ 59005 h 117993"/>
                  <a:gd name="connsiteX54" fmla="*/ 2035408 w 2492802"/>
                  <a:gd name="connsiteY54" fmla="*/ 59005 h 117993"/>
                  <a:gd name="connsiteX55" fmla="*/ 2094414 w 2492802"/>
                  <a:gd name="connsiteY55" fmla="*/ 0 h 117993"/>
                  <a:gd name="connsiteX56" fmla="*/ 2433797 w 2492802"/>
                  <a:gd name="connsiteY56" fmla="*/ 0 h 117993"/>
                  <a:gd name="connsiteX57" fmla="*/ 2492802 w 2492802"/>
                  <a:gd name="connsiteY57" fmla="*/ 59005 h 117993"/>
                  <a:gd name="connsiteX58" fmla="*/ 2492802 w 2492802"/>
                  <a:gd name="connsiteY58" fmla="*/ 59005 h 117993"/>
                  <a:gd name="connsiteX59" fmla="*/ 2433797 w 2492802"/>
                  <a:gd name="connsiteY59" fmla="*/ 117993 h 117993"/>
                  <a:gd name="connsiteX60" fmla="*/ 2433797 w 2492802"/>
                  <a:gd name="connsiteY60" fmla="*/ 117993 h 117993"/>
                  <a:gd name="connsiteX61" fmla="*/ 2374808 w 2492802"/>
                  <a:gd name="connsiteY61" fmla="*/ 59005 h 117993"/>
                  <a:gd name="connsiteX62" fmla="*/ 2374808 w 2492802"/>
                  <a:gd name="connsiteY62" fmla="*/ 59005 h 117993"/>
                  <a:gd name="connsiteX63" fmla="*/ 2433797 w 2492802"/>
                  <a:gd name="connsiteY63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802" h="117993">
                    <a:moveTo>
                      <a:pt x="59005" y="0"/>
                    </a:moveTo>
                    <a:cubicBezTo>
                      <a:pt x="91571" y="0"/>
                      <a:pt x="118010" y="26422"/>
                      <a:pt x="118010" y="59005"/>
                    </a:cubicBezTo>
                    <a:lnTo>
                      <a:pt x="118010" y="59005"/>
                    </a:lnTo>
                    <a:cubicBezTo>
                      <a:pt x="118010" y="91554"/>
                      <a:pt x="91571" y="117993"/>
                      <a:pt x="59005" y="117993"/>
                    </a:cubicBezTo>
                    <a:lnTo>
                      <a:pt x="59005" y="117993"/>
                    </a:lnTo>
                    <a:cubicBezTo>
                      <a:pt x="26439" y="117993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-16" y="26422"/>
                      <a:pt x="26439" y="0"/>
                      <a:pt x="59005" y="0"/>
                    </a:cubicBezTo>
                    <a:close/>
                    <a:moveTo>
                      <a:pt x="398389" y="0"/>
                    </a:moveTo>
                    <a:cubicBezTo>
                      <a:pt x="430955" y="0"/>
                      <a:pt x="457394" y="26422"/>
                      <a:pt x="457394" y="59005"/>
                    </a:cubicBezTo>
                    <a:lnTo>
                      <a:pt x="457394" y="59005"/>
                    </a:lnTo>
                    <a:cubicBezTo>
                      <a:pt x="457394" y="91554"/>
                      <a:pt x="430955" y="117993"/>
                      <a:pt x="398389" y="117993"/>
                    </a:cubicBezTo>
                    <a:lnTo>
                      <a:pt x="398389" y="117993"/>
                    </a:lnTo>
                    <a:cubicBezTo>
                      <a:pt x="365823" y="117993"/>
                      <a:pt x="339383" y="91538"/>
                      <a:pt x="339383" y="59005"/>
                    </a:cubicBezTo>
                    <a:lnTo>
                      <a:pt x="339383" y="59005"/>
                    </a:lnTo>
                    <a:cubicBezTo>
                      <a:pt x="339383" y="26422"/>
                      <a:pt x="365823" y="0"/>
                      <a:pt x="398389" y="0"/>
                    </a:cubicBezTo>
                    <a:close/>
                    <a:moveTo>
                      <a:pt x="737541" y="0"/>
                    </a:moveTo>
                    <a:cubicBezTo>
                      <a:pt x="770107" y="0"/>
                      <a:pt x="796546" y="26422"/>
                      <a:pt x="796546" y="59005"/>
                    </a:cubicBezTo>
                    <a:lnTo>
                      <a:pt x="796546" y="59005"/>
                    </a:lnTo>
                    <a:cubicBezTo>
                      <a:pt x="796546" y="91554"/>
                      <a:pt x="770107" y="117993"/>
                      <a:pt x="737541" y="117993"/>
                    </a:cubicBezTo>
                    <a:lnTo>
                      <a:pt x="737541" y="117993"/>
                    </a:lnTo>
                    <a:cubicBezTo>
                      <a:pt x="704975" y="117993"/>
                      <a:pt x="678536" y="91538"/>
                      <a:pt x="678536" y="59005"/>
                    </a:cubicBezTo>
                    <a:lnTo>
                      <a:pt x="678536" y="59005"/>
                    </a:lnTo>
                    <a:cubicBezTo>
                      <a:pt x="678536" y="26422"/>
                      <a:pt x="704975" y="0"/>
                      <a:pt x="737541" y="0"/>
                    </a:cubicBezTo>
                    <a:close/>
                    <a:moveTo>
                      <a:pt x="1076709" y="0"/>
                    </a:moveTo>
                    <a:cubicBezTo>
                      <a:pt x="1109275" y="0"/>
                      <a:pt x="1135715" y="26422"/>
                      <a:pt x="1135715" y="59005"/>
                    </a:cubicBezTo>
                    <a:lnTo>
                      <a:pt x="1135715" y="59005"/>
                    </a:lnTo>
                    <a:cubicBezTo>
                      <a:pt x="1135715" y="91554"/>
                      <a:pt x="1109275" y="117993"/>
                      <a:pt x="1076709" y="117993"/>
                    </a:cubicBezTo>
                    <a:lnTo>
                      <a:pt x="1076709" y="117993"/>
                    </a:lnTo>
                    <a:cubicBezTo>
                      <a:pt x="1044143" y="117993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688" y="26422"/>
                      <a:pt x="1044143" y="0"/>
                      <a:pt x="1076709" y="0"/>
                    </a:cubicBezTo>
                    <a:close/>
                    <a:moveTo>
                      <a:pt x="1416093" y="0"/>
                    </a:moveTo>
                    <a:cubicBezTo>
                      <a:pt x="1448659" y="0"/>
                      <a:pt x="1475098" y="26422"/>
                      <a:pt x="1475098" y="59005"/>
                    </a:cubicBezTo>
                    <a:lnTo>
                      <a:pt x="1475098" y="59005"/>
                    </a:lnTo>
                    <a:cubicBezTo>
                      <a:pt x="1475098" y="91554"/>
                      <a:pt x="1448659" y="117993"/>
                      <a:pt x="1416093" y="117993"/>
                    </a:cubicBezTo>
                    <a:lnTo>
                      <a:pt x="1416093" y="117993"/>
                    </a:lnTo>
                    <a:cubicBezTo>
                      <a:pt x="1383527" y="117993"/>
                      <a:pt x="1357087" y="91538"/>
                      <a:pt x="1357087" y="59005"/>
                    </a:cubicBezTo>
                    <a:lnTo>
                      <a:pt x="1357087" y="59005"/>
                    </a:lnTo>
                    <a:cubicBezTo>
                      <a:pt x="1357087" y="26422"/>
                      <a:pt x="1383527" y="0"/>
                      <a:pt x="1416093" y="0"/>
                    </a:cubicBezTo>
                    <a:close/>
                    <a:moveTo>
                      <a:pt x="1755262" y="0"/>
                    </a:moveTo>
                    <a:cubicBezTo>
                      <a:pt x="1787828" y="0"/>
                      <a:pt x="1814267" y="26422"/>
                      <a:pt x="1814267" y="59005"/>
                    </a:cubicBezTo>
                    <a:lnTo>
                      <a:pt x="1814267" y="59005"/>
                    </a:lnTo>
                    <a:cubicBezTo>
                      <a:pt x="1814267" y="91554"/>
                      <a:pt x="1787828" y="117993"/>
                      <a:pt x="1755262" y="117993"/>
                    </a:cubicBezTo>
                    <a:lnTo>
                      <a:pt x="1755262" y="117993"/>
                    </a:lnTo>
                    <a:cubicBezTo>
                      <a:pt x="1722695" y="117993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40" y="26422"/>
                      <a:pt x="1722679" y="0"/>
                      <a:pt x="1755262" y="0"/>
                    </a:cubicBezTo>
                    <a:close/>
                    <a:moveTo>
                      <a:pt x="2094414" y="0"/>
                    </a:moveTo>
                    <a:cubicBezTo>
                      <a:pt x="2126980" y="0"/>
                      <a:pt x="2153402" y="26422"/>
                      <a:pt x="2153402" y="59005"/>
                    </a:cubicBezTo>
                    <a:lnTo>
                      <a:pt x="2153402" y="59005"/>
                    </a:lnTo>
                    <a:cubicBezTo>
                      <a:pt x="2153402" y="91554"/>
                      <a:pt x="2126963" y="117993"/>
                      <a:pt x="2094414" y="117993"/>
                    </a:cubicBezTo>
                    <a:lnTo>
                      <a:pt x="2094414" y="117993"/>
                    </a:lnTo>
                    <a:cubicBezTo>
                      <a:pt x="2061831" y="117993"/>
                      <a:pt x="2035408" y="91538"/>
                      <a:pt x="2035408" y="59005"/>
                    </a:cubicBezTo>
                    <a:lnTo>
                      <a:pt x="2035408" y="59005"/>
                    </a:lnTo>
                    <a:cubicBezTo>
                      <a:pt x="2035408" y="26422"/>
                      <a:pt x="2061848" y="0"/>
                      <a:pt x="2094414" y="0"/>
                    </a:cubicBezTo>
                    <a:close/>
                    <a:moveTo>
                      <a:pt x="2433797" y="0"/>
                    </a:moveTo>
                    <a:cubicBezTo>
                      <a:pt x="2466380" y="0"/>
                      <a:pt x="2492802" y="26422"/>
                      <a:pt x="2492802" y="59005"/>
                    </a:cubicBezTo>
                    <a:lnTo>
                      <a:pt x="2492802" y="59005"/>
                    </a:lnTo>
                    <a:cubicBezTo>
                      <a:pt x="2492802" y="91554"/>
                      <a:pt x="2466380" y="117993"/>
                      <a:pt x="2433797" y="117993"/>
                    </a:cubicBezTo>
                    <a:lnTo>
                      <a:pt x="2433797" y="117993"/>
                    </a:lnTo>
                    <a:cubicBezTo>
                      <a:pt x="2401214" y="117993"/>
                      <a:pt x="2374808" y="91538"/>
                      <a:pt x="2374808" y="59005"/>
                    </a:cubicBezTo>
                    <a:lnTo>
                      <a:pt x="2374808" y="59005"/>
                    </a:lnTo>
                    <a:cubicBezTo>
                      <a:pt x="2374808" y="26422"/>
                      <a:pt x="2401214" y="0"/>
                      <a:pt x="24337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0E51C03-6BBC-5866-4563-1DD81A0B37CE}"/>
                  </a:ext>
                </a:extLst>
              </p:cNvPr>
              <p:cNvSpPr/>
              <p:nvPr/>
            </p:nvSpPr>
            <p:spPr>
              <a:xfrm>
                <a:off x="1147092" y="7079289"/>
                <a:ext cx="2492570" cy="118010"/>
              </a:xfrm>
              <a:custGeom>
                <a:avLst/>
                <a:gdLst>
                  <a:gd name="connsiteX0" fmla="*/ 59005 w 2492570"/>
                  <a:gd name="connsiteY0" fmla="*/ 0 h 118010"/>
                  <a:gd name="connsiteX1" fmla="*/ 118011 w 2492570"/>
                  <a:gd name="connsiteY1" fmla="*/ 59005 h 118010"/>
                  <a:gd name="connsiteX2" fmla="*/ 118011 w 2492570"/>
                  <a:gd name="connsiteY2" fmla="*/ 59005 h 118010"/>
                  <a:gd name="connsiteX3" fmla="*/ 59005 w 2492570"/>
                  <a:gd name="connsiteY3" fmla="*/ 118010 h 118010"/>
                  <a:gd name="connsiteX4" fmla="*/ 59005 w 2492570"/>
                  <a:gd name="connsiteY4" fmla="*/ 118010 h 118010"/>
                  <a:gd name="connsiteX5" fmla="*/ 0 w 2492570"/>
                  <a:gd name="connsiteY5" fmla="*/ 59005 h 118010"/>
                  <a:gd name="connsiteX6" fmla="*/ 0 w 2492570"/>
                  <a:gd name="connsiteY6" fmla="*/ 59005 h 118010"/>
                  <a:gd name="connsiteX7" fmla="*/ 59005 w 2492570"/>
                  <a:gd name="connsiteY7" fmla="*/ 0 h 118010"/>
                  <a:gd name="connsiteX8" fmla="*/ 398174 w 2492570"/>
                  <a:gd name="connsiteY8" fmla="*/ 0 h 118010"/>
                  <a:gd name="connsiteX9" fmla="*/ 457179 w 2492570"/>
                  <a:gd name="connsiteY9" fmla="*/ 59005 h 118010"/>
                  <a:gd name="connsiteX10" fmla="*/ 457179 w 2492570"/>
                  <a:gd name="connsiteY10" fmla="*/ 59005 h 118010"/>
                  <a:gd name="connsiteX11" fmla="*/ 398174 w 2492570"/>
                  <a:gd name="connsiteY11" fmla="*/ 118010 h 118010"/>
                  <a:gd name="connsiteX12" fmla="*/ 398174 w 2492570"/>
                  <a:gd name="connsiteY12" fmla="*/ 118010 h 118010"/>
                  <a:gd name="connsiteX13" fmla="*/ 339169 w 2492570"/>
                  <a:gd name="connsiteY13" fmla="*/ 59005 h 118010"/>
                  <a:gd name="connsiteX14" fmla="*/ 339169 w 2492570"/>
                  <a:gd name="connsiteY14" fmla="*/ 59005 h 118010"/>
                  <a:gd name="connsiteX15" fmla="*/ 398174 w 2492570"/>
                  <a:gd name="connsiteY15" fmla="*/ 0 h 118010"/>
                  <a:gd name="connsiteX16" fmla="*/ 737557 w 2492570"/>
                  <a:gd name="connsiteY16" fmla="*/ 0 h 118010"/>
                  <a:gd name="connsiteX17" fmla="*/ 796331 w 2492570"/>
                  <a:gd name="connsiteY17" fmla="*/ 59005 h 118010"/>
                  <a:gd name="connsiteX18" fmla="*/ 796331 w 2492570"/>
                  <a:gd name="connsiteY18" fmla="*/ 59005 h 118010"/>
                  <a:gd name="connsiteX19" fmla="*/ 737557 w 2492570"/>
                  <a:gd name="connsiteY19" fmla="*/ 118010 h 118010"/>
                  <a:gd name="connsiteX20" fmla="*/ 737557 w 2492570"/>
                  <a:gd name="connsiteY20" fmla="*/ 118010 h 118010"/>
                  <a:gd name="connsiteX21" fmla="*/ 678552 w 2492570"/>
                  <a:gd name="connsiteY21" fmla="*/ 59005 h 118010"/>
                  <a:gd name="connsiteX22" fmla="*/ 678552 w 2492570"/>
                  <a:gd name="connsiteY22" fmla="*/ 59005 h 118010"/>
                  <a:gd name="connsiteX23" fmla="*/ 737557 w 2492570"/>
                  <a:gd name="connsiteY23" fmla="*/ 0 h 118010"/>
                  <a:gd name="connsiteX24" fmla="*/ 1076710 w 2492570"/>
                  <a:gd name="connsiteY24" fmla="*/ 0 h 118010"/>
                  <a:gd name="connsiteX25" fmla="*/ 1135715 w 2492570"/>
                  <a:gd name="connsiteY25" fmla="*/ 59005 h 118010"/>
                  <a:gd name="connsiteX26" fmla="*/ 1135715 w 2492570"/>
                  <a:gd name="connsiteY26" fmla="*/ 59005 h 118010"/>
                  <a:gd name="connsiteX27" fmla="*/ 1076710 w 2492570"/>
                  <a:gd name="connsiteY27" fmla="*/ 118010 h 118010"/>
                  <a:gd name="connsiteX28" fmla="*/ 1076710 w 2492570"/>
                  <a:gd name="connsiteY28" fmla="*/ 118010 h 118010"/>
                  <a:gd name="connsiteX29" fmla="*/ 1017704 w 2492570"/>
                  <a:gd name="connsiteY29" fmla="*/ 59005 h 118010"/>
                  <a:gd name="connsiteX30" fmla="*/ 1017704 w 2492570"/>
                  <a:gd name="connsiteY30" fmla="*/ 59005 h 118010"/>
                  <a:gd name="connsiteX31" fmla="*/ 1076710 w 2492570"/>
                  <a:gd name="connsiteY31" fmla="*/ 0 h 118010"/>
                  <a:gd name="connsiteX32" fmla="*/ 1415878 w 2492570"/>
                  <a:gd name="connsiteY32" fmla="*/ 0 h 118010"/>
                  <a:gd name="connsiteX33" fmla="*/ 1474883 w 2492570"/>
                  <a:gd name="connsiteY33" fmla="*/ 59005 h 118010"/>
                  <a:gd name="connsiteX34" fmla="*/ 1474883 w 2492570"/>
                  <a:gd name="connsiteY34" fmla="*/ 59005 h 118010"/>
                  <a:gd name="connsiteX35" fmla="*/ 1415878 w 2492570"/>
                  <a:gd name="connsiteY35" fmla="*/ 118010 h 118010"/>
                  <a:gd name="connsiteX36" fmla="*/ 1415878 w 2492570"/>
                  <a:gd name="connsiteY36" fmla="*/ 118010 h 118010"/>
                  <a:gd name="connsiteX37" fmla="*/ 1356873 w 2492570"/>
                  <a:gd name="connsiteY37" fmla="*/ 59005 h 118010"/>
                  <a:gd name="connsiteX38" fmla="*/ 1356873 w 2492570"/>
                  <a:gd name="connsiteY38" fmla="*/ 59005 h 118010"/>
                  <a:gd name="connsiteX39" fmla="*/ 1415878 w 2492570"/>
                  <a:gd name="connsiteY39" fmla="*/ 0 h 118010"/>
                  <a:gd name="connsiteX40" fmla="*/ 1755261 w 2492570"/>
                  <a:gd name="connsiteY40" fmla="*/ 0 h 118010"/>
                  <a:gd name="connsiteX41" fmla="*/ 1814267 w 2492570"/>
                  <a:gd name="connsiteY41" fmla="*/ 59005 h 118010"/>
                  <a:gd name="connsiteX42" fmla="*/ 1814267 w 2492570"/>
                  <a:gd name="connsiteY42" fmla="*/ 59005 h 118010"/>
                  <a:gd name="connsiteX43" fmla="*/ 1755261 w 2492570"/>
                  <a:gd name="connsiteY43" fmla="*/ 118010 h 118010"/>
                  <a:gd name="connsiteX44" fmla="*/ 1755261 w 2492570"/>
                  <a:gd name="connsiteY44" fmla="*/ 118010 h 118010"/>
                  <a:gd name="connsiteX45" fmla="*/ 1696256 w 2492570"/>
                  <a:gd name="connsiteY45" fmla="*/ 59005 h 118010"/>
                  <a:gd name="connsiteX46" fmla="*/ 1696256 w 2492570"/>
                  <a:gd name="connsiteY46" fmla="*/ 59005 h 118010"/>
                  <a:gd name="connsiteX47" fmla="*/ 1755261 w 2492570"/>
                  <a:gd name="connsiteY47" fmla="*/ 0 h 118010"/>
                  <a:gd name="connsiteX48" fmla="*/ 2094430 w 2492570"/>
                  <a:gd name="connsiteY48" fmla="*/ 0 h 118010"/>
                  <a:gd name="connsiteX49" fmla="*/ 2153435 w 2492570"/>
                  <a:gd name="connsiteY49" fmla="*/ 59005 h 118010"/>
                  <a:gd name="connsiteX50" fmla="*/ 2153435 w 2492570"/>
                  <a:gd name="connsiteY50" fmla="*/ 59005 h 118010"/>
                  <a:gd name="connsiteX51" fmla="*/ 2094430 w 2492570"/>
                  <a:gd name="connsiteY51" fmla="*/ 118010 h 118010"/>
                  <a:gd name="connsiteX52" fmla="*/ 2094430 w 2492570"/>
                  <a:gd name="connsiteY52" fmla="*/ 118010 h 118010"/>
                  <a:gd name="connsiteX53" fmla="*/ 2035425 w 2492570"/>
                  <a:gd name="connsiteY53" fmla="*/ 59005 h 118010"/>
                  <a:gd name="connsiteX54" fmla="*/ 2035425 w 2492570"/>
                  <a:gd name="connsiteY54" fmla="*/ 59005 h 118010"/>
                  <a:gd name="connsiteX55" fmla="*/ 2094430 w 2492570"/>
                  <a:gd name="connsiteY55" fmla="*/ 0 h 118010"/>
                  <a:gd name="connsiteX56" fmla="*/ 2433582 w 2492570"/>
                  <a:gd name="connsiteY56" fmla="*/ 0 h 118010"/>
                  <a:gd name="connsiteX57" fmla="*/ 2492571 w 2492570"/>
                  <a:gd name="connsiteY57" fmla="*/ 59005 h 118010"/>
                  <a:gd name="connsiteX58" fmla="*/ 2492571 w 2492570"/>
                  <a:gd name="connsiteY58" fmla="*/ 59005 h 118010"/>
                  <a:gd name="connsiteX59" fmla="*/ 2433582 w 2492570"/>
                  <a:gd name="connsiteY59" fmla="*/ 118010 h 118010"/>
                  <a:gd name="connsiteX60" fmla="*/ 2433582 w 2492570"/>
                  <a:gd name="connsiteY60" fmla="*/ 118010 h 118010"/>
                  <a:gd name="connsiteX61" fmla="*/ 2374577 w 2492570"/>
                  <a:gd name="connsiteY61" fmla="*/ 59005 h 118010"/>
                  <a:gd name="connsiteX62" fmla="*/ 2374577 w 2492570"/>
                  <a:gd name="connsiteY62" fmla="*/ 59005 h 118010"/>
                  <a:gd name="connsiteX63" fmla="*/ 2433582 w 2492570"/>
                  <a:gd name="connsiteY63" fmla="*/ 0 h 11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570" h="118010">
                    <a:moveTo>
                      <a:pt x="59005" y="0"/>
                    </a:moveTo>
                    <a:cubicBezTo>
                      <a:pt x="91571" y="0"/>
                      <a:pt x="118011" y="26423"/>
                      <a:pt x="118011" y="59005"/>
                    </a:cubicBezTo>
                    <a:lnTo>
                      <a:pt x="118011" y="59005"/>
                    </a:lnTo>
                    <a:cubicBezTo>
                      <a:pt x="118011" y="91555"/>
                      <a:pt x="91571" y="118010"/>
                      <a:pt x="59005" y="118010"/>
                    </a:cubicBezTo>
                    <a:lnTo>
                      <a:pt x="59005" y="118010"/>
                    </a:lnTo>
                    <a:cubicBezTo>
                      <a:pt x="26439" y="118010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0" y="26406"/>
                      <a:pt x="26439" y="0"/>
                      <a:pt x="59005" y="0"/>
                    </a:cubicBezTo>
                    <a:close/>
                    <a:moveTo>
                      <a:pt x="398174" y="0"/>
                    </a:moveTo>
                    <a:cubicBezTo>
                      <a:pt x="430740" y="0"/>
                      <a:pt x="457179" y="26423"/>
                      <a:pt x="457179" y="59005"/>
                    </a:cubicBezTo>
                    <a:lnTo>
                      <a:pt x="457179" y="59005"/>
                    </a:lnTo>
                    <a:cubicBezTo>
                      <a:pt x="457179" y="91555"/>
                      <a:pt x="430740" y="118010"/>
                      <a:pt x="398174" y="118010"/>
                    </a:cubicBezTo>
                    <a:lnTo>
                      <a:pt x="398174" y="118010"/>
                    </a:lnTo>
                    <a:cubicBezTo>
                      <a:pt x="365608" y="118010"/>
                      <a:pt x="339169" y="91538"/>
                      <a:pt x="339169" y="59005"/>
                    </a:cubicBezTo>
                    <a:lnTo>
                      <a:pt x="339169" y="59005"/>
                    </a:lnTo>
                    <a:cubicBezTo>
                      <a:pt x="339152" y="26406"/>
                      <a:pt x="365608" y="0"/>
                      <a:pt x="398174" y="0"/>
                    </a:cubicBezTo>
                    <a:close/>
                    <a:moveTo>
                      <a:pt x="737557" y="0"/>
                    </a:moveTo>
                    <a:cubicBezTo>
                      <a:pt x="770123" y="0"/>
                      <a:pt x="796331" y="26423"/>
                      <a:pt x="796331" y="59005"/>
                    </a:cubicBezTo>
                    <a:lnTo>
                      <a:pt x="796331" y="59005"/>
                    </a:lnTo>
                    <a:cubicBezTo>
                      <a:pt x="796331" y="91555"/>
                      <a:pt x="770140" y="118010"/>
                      <a:pt x="737557" y="118010"/>
                    </a:cubicBezTo>
                    <a:lnTo>
                      <a:pt x="737557" y="118010"/>
                    </a:lnTo>
                    <a:cubicBezTo>
                      <a:pt x="704991" y="118010"/>
                      <a:pt x="678552" y="91538"/>
                      <a:pt x="678552" y="59005"/>
                    </a:cubicBezTo>
                    <a:lnTo>
                      <a:pt x="678552" y="59005"/>
                    </a:lnTo>
                    <a:cubicBezTo>
                      <a:pt x="678552" y="26406"/>
                      <a:pt x="704991" y="0"/>
                      <a:pt x="737557" y="0"/>
                    </a:cubicBezTo>
                    <a:close/>
                    <a:moveTo>
                      <a:pt x="1076710" y="0"/>
                    </a:moveTo>
                    <a:cubicBezTo>
                      <a:pt x="1109276" y="0"/>
                      <a:pt x="1135715" y="26423"/>
                      <a:pt x="1135715" y="59005"/>
                    </a:cubicBezTo>
                    <a:lnTo>
                      <a:pt x="1135715" y="59005"/>
                    </a:lnTo>
                    <a:cubicBezTo>
                      <a:pt x="1135715" y="91555"/>
                      <a:pt x="1109276" y="118010"/>
                      <a:pt x="1076710" y="118010"/>
                    </a:cubicBezTo>
                    <a:lnTo>
                      <a:pt x="1076710" y="118010"/>
                    </a:lnTo>
                    <a:cubicBezTo>
                      <a:pt x="1044144" y="118010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704" y="26406"/>
                      <a:pt x="1044144" y="0"/>
                      <a:pt x="1076710" y="0"/>
                    </a:cubicBezTo>
                    <a:close/>
                    <a:moveTo>
                      <a:pt x="1415878" y="0"/>
                    </a:moveTo>
                    <a:cubicBezTo>
                      <a:pt x="1448444" y="0"/>
                      <a:pt x="1474883" y="26423"/>
                      <a:pt x="1474883" y="59005"/>
                    </a:cubicBezTo>
                    <a:lnTo>
                      <a:pt x="1474883" y="59005"/>
                    </a:lnTo>
                    <a:cubicBezTo>
                      <a:pt x="1474883" y="91555"/>
                      <a:pt x="1448444" y="118010"/>
                      <a:pt x="1415878" y="118010"/>
                    </a:cubicBezTo>
                    <a:lnTo>
                      <a:pt x="1415878" y="118010"/>
                    </a:lnTo>
                    <a:cubicBezTo>
                      <a:pt x="1383312" y="118010"/>
                      <a:pt x="1356873" y="91538"/>
                      <a:pt x="1356873" y="59005"/>
                    </a:cubicBezTo>
                    <a:lnTo>
                      <a:pt x="1356873" y="59005"/>
                    </a:lnTo>
                    <a:cubicBezTo>
                      <a:pt x="1356856" y="26406"/>
                      <a:pt x="1383312" y="0"/>
                      <a:pt x="1415878" y="0"/>
                    </a:cubicBezTo>
                    <a:close/>
                    <a:moveTo>
                      <a:pt x="1755261" y="0"/>
                    </a:moveTo>
                    <a:cubicBezTo>
                      <a:pt x="1787827" y="0"/>
                      <a:pt x="1814267" y="26423"/>
                      <a:pt x="1814267" y="59005"/>
                    </a:cubicBezTo>
                    <a:lnTo>
                      <a:pt x="1814267" y="59005"/>
                    </a:lnTo>
                    <a:cubicBezTo>
                      <a:pt x="1814267" y="91555"/>
                      <a:pt x="1787827" y="118010"/>
                      <a:pt x="1755261" y="118010"/>
                    </a:cubicBezTo>
                    <a:lnTo>
                      <a:pt x="1755261" y="118010"/>
                    </a:lnTo>
                    <a:cubicBezTo>
                      <a:pt x="1722695" y="118010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56" y="26406"/>
                      <a:pt x="1722695" y="0"/>
                      <a:pt x="1755261" y="0"/>
                    </a:cubicBezTo>
                    <a:close/>
                    <a:moveTo>
                      <a:pt x="2094430" y="0"/>
                    </a:moveTo>
                    <a:cubicBezTo>
                      <a:pt x="2126996" y="0"/>
                      <a:pt x="2153435" y="26423"/>
                      <a:pt x="2153435" y="59005"/>
                    </a:cubicBezTo>
                    <a:lnTo>
                      <a:pt x="2153435" y="59005"/>
                    </a:lnTo>
                    <a:cubicBezTo>
                      <a:pt x="2153435" y="91555"/>
                      <a:pt x="2126996" y="118010"/>
                      <a:pt x="2094430" y="118010"/>
                    </a:cubicBezTo>
                    <a:lnTo>
                      <a:pt x="2094430" y="118010"/>
                    </a:lnTo>
                    <a:cubicBezTo>
                      <a:pt x="2061864" y="118010"/>
                      <a:pt x="2035425" y="91538"/>
                      <a:pt x="2035425" y="59005"/>
                    </a:cubicBezTo>
                    <a:lnTo>
                      <a:pt x="2035425" y="59005"/>
                    </a:lnTo>
                    <a:cubicBezTo>
                      <a:pt x="2035408" y="26406"/>
                      <a:pt x="2061848" y="0"/>
                      <a:pt x="2094430" y="0"/>
                    </a:cubicBezTo>
                    <a:close/>
                    <a:moveTo>
                      <a:pt x="2433582" y="0"/>
                    </a:moveTo>
                    <a:cubicBezTo>
                      <a:pt x="2466363" y="0"/>
                      <a:pt x="2492571" y="26423"/>
                      <a:pt x="2492571" y="59005"/>
                    </a:cubicBezTo>
                    <a:lnTo>
                      <a:pt x="2492571" y="59005"/>
                    </a:lnTo>
                    <a:cubicBezTo>
                      <a:pt x="2492571" y="91555"/>
                      <a:pt x="2466363" y="118010"/>
                      <a:pt x="2433582" y="118010"/>
                    </a:cubicBezTo>
                    <a:lnTo>
                      <a:pt x="2433582" y="118010"/>
                    </a:lnTo>
                    <a:cubicBezTo>
                      <a:pt x="2401000" y="118010"/>
                      <a:pt x="2374577" y="91538"/>
                      <a:pt x="2374577" y="59005"/>
                    </a:cubicBezTo>
                    <a:lnTo>
                      <a:pt x="2374577" y="59005"/>
                    </a:lnTo>
                    <a:cubicBezTo>
                      <a:pt x="2374577" y="26406"/>
                      <a:pt x="2401016" y="0"/>
                      <a:pt x="2433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B76E428C-A291-9A60-48F2-EC5359CE8106}"/>
                  </a:ext>
                </a:extLst>
              </p:cNvPr>
              <p:cNvGrpSpPr/>
              <p:nvPr/>
            </p:nvGrpSpPr>
            <p:grpSpPr>
              <a:xfrm>
                <a:off x="807709" y="6837373"/>
                <a:ext cx="2535258" cy="142084"/>
                <a:chOff x="807709" y="6837373"/>
                <a:chExt cx="2535258" cy="142084"/>
              </a:xfrm>
              <a:solidFill>
                <a:srgbClr val="FFFFFF"/>
              </a:solidFill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50982FE9-B259-E776-AD89-BBFA619D8E1D}"/>
                    </a:ext>
                  </a:extLst>
                </p:cNvPr>
                <p:cNvSpPr/>
                <p:nvPr/>
              </p:nvSpPr>
              <p:spPr>
                <a:xfrm>
                  <a:off x="1147092" y="6837373"/>
                  <a:ext cx="2153435" cy="117993"/>
                </a:xfrm>
                <a:custGeom>
                  <a:avLst/>
                  <a:gdLst>
                    <a:gd name="connsiteX0" fmla="*/ 59005 w 2153435"/>
                    <a:gd name="connsiteY0" fmla="*/ 0 h 117993"/>
                    <a:gd name="connsiteX1" fmla="*/ 118011 w 2153435"/>
                    <a:gd name="connsiteY1" fmla="*/ 58988 h 117993"/>
                    <a:gd name="connsiteX2" fmla="*/ 118011 w 2153435"/>
                    <a:gd name="connsiteY2" fmla="*/ 58988 h 117993"/>
                    <a:gd name="connsiteX3" fmla="*/ 59005 w 2153435"/>
                    <a:gd name="connsiteY3" fmla="*/ 117993 h 117993"/>
                    <a:gd name="connsiteX4" fmla="*/ 59005 w 2153435"/>
                    <a:gd name="connsiteY4" fmla="*/ 117993 h 117993"/>
                    <a:gd name="connsiteX5" fmla="*/ 0 w 2153435"/>
                    <a:gd name="connsiteY5" fmla="*/ 58988 h 117993"/>
                    <a:gd name="connsiteX6" fmla="*/ 0 w 2153435"/>
                    <a:gd name="connsiteY6" fmla="*/ 58988 h 117993"/>
                    <a:gd name="connsiteX7" fmla="*/ 59005 w 2153435"/>
                    <a:gd name="connsiteY7" fmla="*/ 0 h 117993"/>
                    <a:gd name="connsiteX8" fmla="*/ 398174 w 2153435"/>
                    <a:gd name="connsiteY8" fmla="*/ 0 h 117993"/>
                    <a:gd name="connsiteX9" fmla="*/ 457179 w 2153435"/>
                    <a:gd name="connsiteY9" fmla="*/ 58988 h 117993"/>
                    <a:gd name="connsiteX10" fmla="*/ 457179 w 2153435"/>
                    <a:gd name="connsiteY10" fmla="*/ 58988 h 117993"/>
                    <a:gd name="connsiteX11" fmla="*/ 398174 w 2153435"/>
                    <a:gd name="connsiteY11" fmla="*/ 117993 h 117993"/>
                    <a:gd name="connsiteX12" fmla="*/ 398174 w 2153435"/>
                    <a:gd name="connsiteY12" fmla="*/ 117993 h 117993"/>
                    <a:gd name="connsiteX13" fmla="*/ 339169 w 2153435"/>
                    <a:gd name="connsiteY13" fmla="*/ 58988 h 117993"/>
                    <a:gd name="connsiteX14" fmla="*/ 339169 w 2153435"/>
                    <a:gd name="connsiteY14" fmla="*/ 58988 h 117993"/>
                    <a:gd name="connsiteX15" fmla="*/ 398174 w 2153435"/>
                    <a:gd name="connsiteY15" fmla="*/ 0 h 117993"/>
                    <a:gd name="connsiteX16" fmla="*/ 737557 w 2153435"/>
                    <a:gd name="connsiteY16" fmla="*/ 0 h 117993"/>
                    <a:gd name="connsiteX17" fmla="*/ 796331 w 2153435"/>
                    <a:gd name="connsiteY17" fmla="*/ 58988 h 117993"/>
                    <a:gd name="connsiteX18" fmla="*/ 796331 w 2153435"/>
                    <a:gd name="connsiteY18" fmla="*/ 58988 h 117993"/>
                    <a:gd name="connsiteX19" fmla="*/ 737557 w 2153435"/>
                    <a:gd name="connsiteY19" fmla="*/ 117993 h 117993"/>
                    <a:gd name="connsiteX20" fmla="*/ 737557 w 2153435"/>
                    <a:gd name="connsiteY20" fmla="*/ 117993 h 117993"/>
                    <a:gd name="connsiteX21" fmla="*/ 678552 w 2153435"/>
                    <a:gd name="connsiteY21" fmla="*/ 58988 h 117993"/>
                    <a:gd name="connsiteX22" fmla="*/ 678552 w 2153435"/>
                    <a:gd name="connsiteY22" fmla="*/ 58988 h 117993"/>
                    <a:gd name="connsiteX23" fmla="*/ 737557 w 2153435"/>
                    <a:gd name="connsiteY23" fmla="*/ 0 h 117993"/>
                    <a:gd name="connsiteX24" fmla="*/ 1076710 w 2153435"/>
                    <a:gd name="connsiteY24" fmla="*/ 0 h 117993"/>
                    <a:gd name="connsiteX25" fmla="*/ 1135715 w 2153435"/>
                    <a:gd name="connsiteY25" fmla="*/ 58988 h 117993"/>
                    <a:gd name="connsiteX26" fmla="*/ 1135715 w 2153435"/>
                    <a:gd name="connsiteY26" fmla="*/ 58988 h 117993"/>
                    <a:gd name="connsiteX27" fmla="*/ 1076710 w 2153435"/>
                    <a:gd name="connsiteY27" fmla="*/ 117993 h 117993"/>
                    <a:gd name="connsiteX28" fmla="*/ 1076710 w 2153435"/>
                    <a:gd name="connsiteY28" fmla="*/ 117993 h 117993"/>
                    <a:gd name="connsiteX29" fmla="*/ 1017704 w 2153435"/>
                    <a:gd name="connsiteY29" fmla="*/ 58988 h 117993"/>
                    <a:gd name="connsiteX30" fmla="*/ 1017704 w 2153435"/>
                    <a:gd name="connsiteY30" fmla="*/ 58988 h 117993"/>
                    <a:gd name="connsiteX31" fmla="*/ 1076710 w 2153435"/>
                    <a:gd name="connsiteY31" fmla="*/ 0 h 117993"/>
                    <a:gd name="connsiteX32" fmla="*/ 1415878 w 2153435"/>
                    <a:gd name="connsiteY32" fmla="*/ 0 h 117993"/>
                    <a:gd name="connsiteX33" fmla="*/ 1474883 w 2153435"/>
                    <a:gd name="connsiteY33" fmla="*/ 58988 h 117993"/>
                    <a:gd name="connsiteX34" fmla="*/ 1474883 w 2153435"/>
                    <a:gd name="connsiteY34" fmla="*/ 58988 h 117993"/>
                    <a:gd name="connsiteX35" fmla="*/ 1415878 w 2153435"/>
                    <a:gd name="connsiteY35" fmla="*/ 117993 h 117993"/>
                    <a:gd name="connsiteX36" fmla="*/ 1415878 w 2153435"/>
                    <a:gd name="connsiteY36" fmla="*/ 117993 h 117993"/>
                    <a:gd name="connsiteX37" fmla="*/ 1356873 w 2153435"/>
                    <a:gd name="connsiteY37" fmla="*/ 58988 h 117993"/>
                    <a:gd name="connsiteX38" fmla="*/ 1356873 w 2153435"/>
                    <a:gd name="connsiteY38" fmla="*/ 58988 h 117993"/>
                    <a:gd name="connsiteX39" fmla="*/ 1415878 w 2153435"/>
                    <a:gd name="connsiteY39" fmla="*/ 0 h 117993"/>
                    <a:gd name="connsiteX40" fmla="*/ 1755261 w 2153435"/>
                    <a:gd name="connsiteY40" fmla="*/ 0 h 117993"/>
                    <a:gd name="connsiteX41" fmla="*/ 1814267 w 2153435"/>
                    <a:gd name="connsiteY41" fmla="*/ 58988 h 117993"/>
                    <a:gd name="connsiteX42" fmla="*/ 1814267 w 2153435"/>
                    <a:gd name="connsiteY42" fmla="*/ 58988 h 117993"/>
                    <a:gd name="connsiteX43" fmla="*/ 1755261 w 2153435"/>
                    <a:gd name="connsiteY43" fmla="*/ 117993 h 117993"/>
                    <a:gd name="connsiteX44" fmla="*/ 1755261 w 2153435"/>
                    <a:gd name="connsiteY44" fmla="*/ 117993 h 117993"/>
                    <a:gd name="connsiteX45" fmla="*/ 1696256 w 2153435"/>
                    <a:gd name="connsiteY45" fmla="*/ 58988 h 117993"/>
                    <a:gd name="connsiteX46" fmla="*/ 1696256 w 2153435"/>
                    <a:gd name="connsiteY46" fmla="*/ 58988 h 117993"/>
                    <a:gd name="connsiteX47" fmla="*/ 1755261 w 2153435"/>
                    <a:gd name="connsiteY47" fmla="*/ 0 h 117993"/>
                    <a:gd name="connsiteX48" fmla="*/ 2094430 w 2153435"/>
                    <a:gd name="connsiteY48" fmla="*/ 0 h 117993"/>
                    <a:gd name="connsiteX49" fmla="*/ 2153435 w 2153435"/>
                    <a:gd name="connsiteY49" fmla="*/ 58988 h 117993"/>
                    <a:gd name="connsiteX50" fmla="*/ 2153435 w 2153435"/>
                    <a:gd name="connsiteY50" fmla="*/ 58988 h 117993"/>
                    <a:gd name="connsiteX51" fmla="*/ 2094430 w 2153435"/>
                    <a:gd name="connsiteY51" fmla="*/ 117993 h 117993"/>
                    <a:gd name="connsiteX52" fmla="*/ 2094430 w 2153435"/>
                    <a:gd name="connsiteY52" fmla="*/ 117993 h 117993"/>
                    <a:gd name="connsiteX53" fmla="*/ 2035425 w 2153435"/>
                    <a:gd name="connsiteY53" fmla="*/ 58988 h 117993"/>
                    <a:gd name="connsiteX54" fmla="*/ 2035425 w 2153435"/>
                    <a:gd name="connsiteY54" fmla="*/ 58988 h 117993"/>
                    <a:gd name="connsiteX55" fmla="*/ 2094430 w 2153435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435" h="117993">
                      <a:moveTo>
                        <a:pt x="59005" y="0"/>
                      </a:moveTo>
                      <a:cubicBezTo>
                        <a:pt x="91571" y="0"/>
                        <a:pt x="118011" y="26423"/>
                        <a:pt x="118011" y="58988"/>
                      </a:cubicBezTo>
                      <a:lnTo>
                        <a:pt x="118011" y="58988"/>
                      </a:lnTo>
                      <a:cubicBezTo>
                        <a:pt x="118011" y="91538"/>
                        <a:pt x="91571" y="117993"/>
                        <a:pt x="59005" y="117993"/>
                      </a:cubicBezTo>
                      <a:lnTo>
                        <a:pt x="59005" y="117993"/>
                      </a:lnTo>
                      <a:cubicBezTo>
                        <a:pt x="26439" y="117993"/>
                        <a:pt x="0" y="91521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23"/>
                        <a:pt x="26439" y="0"/>
                        <a:pt x="59005" y="0"/>
                      </a:cubicBezTo>
                      <a:close/>
                      <a:moveTo>
                        <a:pt x="398174" y="0"/>
                      </a:moveTo>
                      <a:cubicBezTo>
                        <a:pt x="430740" y="0"/>
                        <a:pt x="457179" y="26423"/>
                        <a:pt x="457179" y="58988"/>
                      </a:cubicBezTo>
                      <a:lnTo>
                        <a:pt x="457179" y="58988"/>
                      </a:lnTo>
                      <a:cubicBezTo>
                        <a:pt x="457179" y="91538"/>
                        <a:pt x="430740" y="117993"/>
                        <a:pt x="398174" y="117993"/>
                      </a:cubicBezTo>
                      <a:lnTo>
                        <a:pt x="398174" y="117993"/>
                      </a:lnTo>
                      <a:cubicBezTo>
                        <a:pt x="365608" y="117993"/>
                        <a:pt x="339169" y="91521"/>
                        <a:pt x="339169" y="58988"/>
                      </a:cubicBezTo>
                      <a:lnTo>
                        <a:pt x="339169" y="58988"/>
                      </a:lnTo>
                      <a:cubicBezTo>
                        <a:pt x="339152" y="26423"/>
                        <a:pt x="365608" y="0"/>
                        <a:pt x="398174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331" y="26423"/>
                        <a:pt x="796331" y="58988"/>
                      </a:cubicBezTo>
                      <a:lnTo>
                        <a:pt x="796331" y="58988"/>
                      </a:lnTo>
                      <a:cubicBezTo>
                        <a:pt x="796331" y="91538"/>
                        <a:pt x="770140" y="117993"/>
                        <a:pt x="737557" y="117993"/>
                      </a:cubicBezTo>
                      <a:lnTo>
                        <a:pt x="737557" y="117993"/>
                      </a:lnTo>
                      <a:cubicBezTo>
                        <a:pt x="704991" y="117993"/>
                        <a:pt x="678552" y="91521"/>
                        <a:pt x="678552" y="58988"/>
                      </a:cubicBezTo>
                      <a:lnTo>
                        <a:pt x="678552" y="58988"/>
                      </a:lnTo>
                      <a:cubicBezTo>
                        <a:pt x="678552" y="26423"/>
                        <a:pt x="704991" y="0"/>
                        <a:pt x="737557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715" y="26423"/>
                        <a:pt x="1135715" y="58988"/>
                      </a:cubicBezTo>
                      <a:lnTo>
                        <a:pt x="1135715" y="58988"/>
                      </a:lnTo>
                      <a:cubicBezTo>
                        <a:pt x="1135715" y="91538"/>
                        <a:pt x="1109276" y="117993"/>
                        <a:pt x="1076710" y="117993"/>
                      </a:cubicBezTo>
                      <a:lnTo>
                        <a:pt x="1076710" y="117993"/>
                      </a:lnTo>
                      <a:cubicBezTo>
                        <a:pt x="1044144" y="117993"/>
                        <a:pt x="1017704" y="91521"/>
                        <a:pt x="1017704" y="58988"/>
                      </a:cubicBezTo>
                      <a:lnTo>
                        <a:pt x="1017704" y="58988"/>
                      </a:lnTo>
                      <a:cubicBezTo>
                        <a:pt x="1017704" y="26423"/>
                        <a:pt x="1044144" y="0"/>
                        <a:pt x="1076710" y="0"/>
                      </a:cubicBezTo>
                      <a:close/>
                      <a:moveTo>
                        <a:pt x="1415878" y="0"/>
                      </a:moveTo>
                      <a:cubicBezTo>
                        <a:pt x="1448444" y="0"/>
                        <a:pt x="1474883" y="26423"/>
                        <a:pt x="1474883" y="58988"/>
                      </a:cubicBezTo>
                      <a:lnTo>
                        <a:pt x="1474883" y="58988"/>
                      </a:lnTo>
                      <a:cubicBezTo>
                        <a:pt x="1474883" y="91538"/>
                        <a:pt x="1448444" y="117993"/>
                        <a:pt x="1415878" y="117993"/>
                      </a:cubicBezTo>
                      <a:lnTo>
                        <a:pt x="1415878" y="117993"/>
                      </a:lnTo>
                      <a:cubicBezTo>
                        <a:pt x="1383312" y="117993"/>
                        <a:pt x="1356873" y="91521"/>
                        <a:pt x="1356873" y="58988"/>
                      </a:cubicBezTo>
                      <a:lnTo>
                        <a:pt x="1356873" y="58988"/>
                      </a:lnTo>
                      <a:cubicBezTo>
                        <a:pt x="1356856" y="26423"/>
                        <a:pt x="1383312" y="0"/>
                        <a:pt x="1415878" y="0"/>
                      </a:cubicBezTo>
                      <a:close/>
                      <a:moveTo>
                        <a:pt x="1755261" y="0"/>
                      </a:moveTo>
                      <a:cubicBezTo>
                        <a:pt x="1787827" y="0"/>
                        <a:pt x="1814267" y="26423"/>
                        <a:pt x="1814267" y="58988"/>
                      </a:cubicBezTo>
                      <a:lnTo>
                        <a:pt x="1814267" y="58988"/>
                      </a:lnTo>
                      <a:cubicBezTo>
                        <a:pt x="1814267" y="91538"/>
                        <a:pt x="1787827" y="117993"/>
                        <a:pt x="1755261" y="117993"/>
                      </a:cubicBezTo>
                      <a:lnTo>
                        <a:pt x="1755261" y="117993"/>
                      </a:lnTo>
                      <a:cubicBezTo>
                        <a:pt x="1722695" y="117993"/>
                        <a:pt x="1696256" y="91521"/>
                        <a:pt x="1696256" y="58988"/>
                      </a:cubicBezTo>
                      <a:lnTo>
                        <a:pt x="1696256" y="58988"/>
                      </a:lnTo>
                      <a:cubicBezTo>
                        <a:pt x="1696256" y="26423"/>
                        <a:pt x="1722695" y="0"/>
                        <a:pt x="1755261" y="0"/>
                      </a:cubicBezTo>
                      <a:close/>
                      <a:moveTo>
                        <a:pt x="2094430" y="0"/>
                      </a:moveTo>
                      <a:cubicBezTo>
                        <a:pt x="2126996" y="0"/>
                        <a:pt x="2153435" y="26423"/>
                        <a:pt x="2153435" y="58988"/>
                      </a:cubicBezTo>
                      <a:lnTo>
                        <a:pt x="2153435" y="58988"/>
                      </a:lnTo>
                      <a:cubicBezTo>
                        <a:pt x="2153435" y="91538"/>
                        <a:pt x="2126996" y="117993"/>
                        <a:pt x="2094430" y="117993"/>
                      </a:cubicBezTo>
                      <a:lnTo>
                        <a:pt x="2094430" y="117993"/>
                      </a:lnTo>
                      <a:cubicBezTo>
                        <a:pt x="2061864" y="117993"/>
                        <a:pt x="2035425" y="91521"/>
                        <a:pt x="2035425" y="58988"/>
                      </a:cubicBezTo>
                      <a:lnTo>
                        <a:pt x="2035425" y="58988"/>
                      </a:lnTo>
                      <a:cubicBezTo>
                        <a:pt x="2035408" y="26423"/>
                        <a:pt x="2061848" y="0"/>
                        <a:pt x="20944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380C63FE-9B00-86FE-E2E6-85B66149DBAD}"/>
                    </a:ext>
                  </a:extLst>
                </p:cNvPr>
                <p:cNvSpPr/>
                <p:nvPr/>
              </p:nvSpPr>
              <p:spPr>
                <a:xfrm>
                  <a:off x="807709" y="6837373"/>
                  <a:ext cx="117246" cy="118010"/>
                </a:xfrm>
                <a:custGeom>
                  <a:avLst/>
                  <a:gdLst>
                    <a:gd name="connsiteX0" fmla="*/ 0 w 117246"/>
                    <a:gd name="connsiteY0" fmla="*/ 58988 h 118010"/>
                    <a:gd name="connsiteX1" fmla="*/ 17472 w 117246"/>
                    <a:gd name="connsiteY1" fmla="*/ 17191 h 118010"/>
                    <a:gd name="connsiteX2" fmla="*/ 59005 w 117246"/>
                    <a:gd name="connsiteY2" fmla="*/ 0 h 118010"/>
                    <a:gd name="connsiteX3" fmla="*/ 100786 w 117246"/>
                    <a:gd name="connsiteY3" fmla="*/ 17191 h 118010"/>
                    <a:gd name="connsiteX4" fmla="*/ 100786 w 117246"/>
                    <a:gd name="connsiteY4" fmla="*/ 100769 h 118010"/>
                    <a:gd name="connsiteX5" fmla="*/ 59005 w 117246"/>
                    <a:gd name="connsiteY5" fmla="*/ 118010 h 118010"/>
                    <a:gd name="connsiteX6" fmla="*/ 17472 w 117246"/>
                    <a:gd name="connsiteY6" fmla="*/ 100769 h 118010"/>
                    <a:gd name="connsiteX7" fmla="*/ 0 w 117246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46" h="118010">
                      <a:moveTo>
                        <a:pt x="0" y="58988"/>
                      </a:moveTo>
                      <a:cubicBezTo>
                        <a:pt x="0" y="43416"/>
                        <a:pt x="6391" y="28305"/>
                        <a:pt x="17472" y="17191"/>
                      </a:cubicBezTo>
                      <a:cubicBezTo>
                        <a:pt x="28322" y="6358"/>
                        <a:pt x="43680" y="0"/>
                        <a:pt x="59005" y="0"/>
                      </a:cubicBezTo>
                      <a:cubicBezTo>
                        <a:pt x="74578" y="0"/>
                        <a:pt x="89936" y="6358"/>
                        <a:pt x="100786" y="17191"/>
                      </a:cubicBezTo>
                      <a:cubicBezTo>
                        <a:pt x="122734" y="39172"/>
                        <a:pt x="122734" y="78822"/>
                        <a:pt x="100786" y="100769"/>
                      </a:cubicBezTo>
                      <a:cubicBezTo>
                        <a:pt x="89936" y="111603"/>
                        <a:pt x="74578" y="118010"/>
                        <a:pt x="59005" y="118010"/>
                      </a:cubicBezTo>
                      <a:cubicBezTo>
                        <a:pt x="43680" y="118010"/>
                        <a:pt x="28322" y="111603"/>
                        <a:pt x="17472" y="100769"/>
                      </a:cubicBezTo>
                      <a:cubicBezTo>
                        <a:pt x="6375" y="89655"/>
                        <a:pt x="0" y="74594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21" name="Graphic 7">
                <a:extLst>
                  <a:ext uri="{FF2B5EF4-FFF2-40B4-BE49-F238E27FC236}">
                    <a16:creationId xmlns:a16="http://schemas.microsoft.com/office/drawing/2014/main" id="{1AECC544-6812-6B73-F041-EB1073D5552D}"/>
                  </a:ext>
                </a:extLst>
              </p:cNvPr>
              <p:cNvGrpSpPr/>
              <p:nvPr/>
            </p:nvGrpSpPr>
            <p:grpSpPr>
              <a:xfrm>
                <a:off x="807709" y="6595457"/>
                <a:ext cx="2190315" cy="142084"/>
                <a:chOff x="807709" y="6595457"/>
                <a:chExt cx="2190315" cy="142084"/>
              </a:xfrm>
              <a:solidFill>
                <a:srgbClr val="FFFFFF"/>
              </a:solidFill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A33235A-9AF4-1F6C-E1D4-D2A163360CB2}"/>
                    </a:ext>
                  </a:extLst>
                </p:cNvPr>
                <p:cNvSpPr/>
                <p:nvPr/>
              </p:nvSpPr>
              <p:spPr>
                <a:xfrm>
                  <a:off x="1147092" y="6595457"/>
                  <a:ext cx="1814266" cy="118010"/>
                </a:xfrm>
                <a:custGeom>
                  <a:avLst/>
                  <a:gdLst>
                    <a:gd name="connsiteX0" fmla="*/ 59005 w 1814266"/>
                    <a:gd name="connsiteY0" fmla="*/ 0 h 118010"/>
                    <a:gd name="connsiteX1" fmla="*/ 118011 w 1814266"/>
                    <a:gd name="connsiteY1" fmla="*/ 59005 h 118010"/>
                    <a:gd name="connsiteX2" fmla="*/ 118011 w 1814266"/>
                    <a:gd name="connsiteY2" fmla="*/ 59005 h 118010"/>
                    <a:gd name="connsiteX3" fmla="*/ 59005 w 1814266"/>
                    <a:gd name="connsiteY3" fmla="*/ 118011 h 118010"/>
                    <a:gd name="connsiteX4" fmla="*/ 59005 w 1814266"/>
                    <a:gd name="connsiteY4" fmla="*/ 118011 h 118010"/>
                    <a:gd name="connsiteX5" fmla="*/ 0 w 1814266"/>
                    <a:gd name="connsiteY5" fmla="*/ 59005 h 118010"/>
                    <a:gd name="connsiteX6" fmla="*/ 0 w 1814266"/>
                    <a:gd name="connsiteY6" fmla="*/ 59005 h 118010"/>
                    <a:gd name="connsiteX7" fmla="*/ 59005 w 1814266"/>
                    <a:gd name="connsiteY7" fmla="*/ 0 h 118010"/>
                    <a:gd name="connsiteX8" fmla="*/ 398174 w 1814266"/>
                    <a:gd name="connsiteY8" fmla="*/ 0 h 118010"/>
                    <a:gd name="connsiteX9" fmla="*/ 457179 w 1814266"/>
                    <a:gd name="connsiteY9" fmla="*/ 59005 h 118010"/>
                    <a:gd name="connsiteX10" fmla="*/ 457179 w 1814266"/>
                    <a:gd name="connsiteY10" fmla="*/ 59005 h 118010"/>
                    <a:gd name="connsiteX11" fmla="*/ 398174 w 1814266"/>
                    <a:gd name="connsiteY11" fmla="*/ 118011 h 118010"/>
                    <a:gd name="connsiteX12" fmla="*/ 398174 w 1814266"/>
                    <a:gd name="connsiteY12" fmla="*/ 118011 h 118010"/>
                    <a:gd name="connsiteX13" fmla="*/ 339169 w 1814266"/>
                    <a:gd name="connsiteY13" fmla="*/ 59005 h 118010"/>
                    <a:gd name="connsiteX14" fmla="*/ 339169 w 1814266"/>
                    <a:gd name="connsiteY14" fmla="*/ 59005 h 118010"/>
                    <a:gd name="connsiteX15" fmla="*/ 398174 w 1814266"/>
                    <a:gd name="connsiteY15" fmla="*/ 0 h 118010"/>
                    <a:gd name="connsiteX16" fmla="*/ 737557 w 1814266"/>
                    <a:gd name="connsiteY16" fmla="*/ 0 h 118010"/>
                    <a:gd name="connsiteX17" fmla="*/ 796331 w 1814266"/>
                    <a:gd name="connsiteY17" fmla="*/ 59005 h 118010"/>
                    <a:gd name="connsiteX18" fmla="*/ 796331 w 1814266"/>
                    <a:gd name="connsiteY18" fmla="*/ 59005 h 118010"/>
                    <a:gd name="connsiteX19" fmla="*/ 737557 w 1814266"/>
                    <a:gd name="connsiteY19" fmla="*/ 118011 h 118010"/>
                    <a:gd name="connsiteX20" fmla="*/ 737557 w 1814266"/>
                    <a:gd name="connsiteY20" fmla="*/ 118011 h 118010"/>
                    <a:gd name="connsiteX21" fmla="*/ 678552 w 1814266"/>
                    <a:gd name="connsiteY21" fmla="*/ 59005 h 118010"/>
                    <a:gd name="connsiteX22" fmla="*/ 678552 w 1814266"/>
                    <a:gd name="connsiteY22" fmla="*/ 59005 h 118010"/>
                    <a:gd name="connsiteX23" fmla="*/ 737557 w 1814266"/>
                    <a:gd name="connsiteY23" fmla="*/ 0 h 118010"/>
                    <a:gd name="connsiteX24" fmla="*/ 1076710 w 1814266"/>
                    <a:gd name="connsiteY24" fmla="*/ 0 h 118010"/>
                    <a:gd name="connsiteX25" fmla="*/ 1135715 w 1814266"/>
                    <a:gd name="connsiteY25" fmla="*/ 59005 h 118010"/>
                    <a:gd name="connsiteX26" fmla="*/ 1135715 w 1814266"/>
                    <a:gd name="connsiteY26" fmla="*/ 59005 h 118010"/>
                    <a:gd name="connsiteX27" fmla="*/ 1076710 w 1814266"/>
                    <a:gd name="connsiteY27" fmla="*/ 118011 h 118010"/>
                    <a:gd name="connsiteX28" fmla="*/ 1076710 w 1814266"/>
                    <a:gd name="connsiteY28" fmla="*/ 118011 h 118010"/>
                    <a:gd name="connsiteX29" fmla="*/ 1017704 w 1814266"/>
                    <a:gd name="connsiteY29" fmla="*/ 59005 h 118010"/>
                    <a:gd name="connsiteX30" fmla="*/ 1017704 w 1814266"/>
                    <a:gd name="connsiteY30" fmla="*/ 59005 h 118010"/>
                    <a:gd name="connsiteX31" fmla="*/ 1076710 w 1814266"/>
                    <a:gd name="connsiteY31" fmla="*/ 0 h 118010"/>
                    <a:gd name="connsiteX32" fmla="*/ 1415878 w 1814266"/>
                    <a:gd name="connsiteY32" fmla="*/ 0 h 118010"/>
                    <a:gd name="connsiteX33" fmla="*/ 1474883 w 1814266"/>
                    <a:gd name="connsiteY33" fmla="*/ 59005 h 118010"/>
                    <a:gd name="connsiteX34" fmla="*/ 1474883 w 1814266"/>
                    <a:gd name="connsiteY34" fmla="*/ 59005 h 118010"/>
                    <a:gd name="connsiteX35" fmla="*/ 1415878 w 1814266"/>
                    <a:gd name="connsiteY35" fmla="*/ 118011 h 118010"/>
                    <a:gd name="connsiteX36" fmla="*/ 1415878 w 1814266"/>
                    <a:gd name="connsiteY36" fmla="*/ 118011 h 118010"/>
                    <a:gd name="connsiteX37" fmla="*/ 1356873 w 1814266"/>
                    <a:gd name="connsiteY37" fmla="*/ 59005 h 118010"/>
                    <a:gd name="connsiteX38" fmla="*/ 1356873 w 1814266"/>
                    <a:gd name="connsiteY38" fmla="*/ 59005 h 118010"/>
                    <a:gd name="connsiteX39" fmla="*/ 1415878 w 1814266"/>
                    <a:gd name="connsiteY39" fmla="*/ 0 h 118010"/>
                    <a:gd name="connsiteX40" fmla="*/ 1755261 w 1814266"/>
                    <a:gd name="connsiteY40" fmla="*/ 0 h 118010"/>
                    <a:gd name="connsiteX41" fmla="*/ 1814267 w 1814266"/>
                    <a:gd name="connsiteY41" fmla="*/ 59005 h 118010"/>
                    <a:gd name="connsiteX42" fmla="*/ 1814267 w 1814266"/>
                    <a:gd name="connsiteY42" fmla="*/ 59005 h 118010"/>
                    <a:gd name="connsiteX43" fmla="*/ 1755261 w 1814266"/>
                    <a:gd name="connsiteY43" fmla="*/ 118011 h 118010"/>
                    <a:gd name="connsiteX44" fmla="*/ 1755261 w 1814266"/>
                    <a:gd name="connsiteY44" fmla="*/ 118011 h 118010"/>
                    <a:gd name="connsiteX45" fmla="*/ 1696256 w 1814266"/>
                    <a:gd name="connsiteY45" fmla="*/ 59005 h 118010"/>
                    <a:gd name="connsiteX46" fmla="*/ 1696256 w 1814266"/>
                    <a:gd name="connsiteY46" fmla="*/ 59005 h 118010"/>
                    <a:gd name="connsiteX47" fmla="*/ 1755261 w 1814266"/>
                    <a:gd name="connsiteY47" fmla="*/ 0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1814266" h="118010">
                      <a:moveTo>
                        <a:pt x="59005" y="0"/>
                      </a:moveTo>
                      <a:cubicBezTo>
                        <a:pt x="91571" y="0"/>
                        <a:pt x="118011" y="26423"/>
                        <a:pt x="118011" y="59005"/>
                      </a:cubicBezTo>
                      <a:lnTo>
                        <a:pt x="118011" y="59005"/>
                      </a:lnTo>
                      <a:cubicBezTo>
                        <a:pt x="118011" y="91555"/>
                        <a:pt x="91571" y="118011"/>
                        <a:pt x="59005" y="118011"/>
                      </a:cubicBezTo>
                      <a:lnTo>
                        <a:pt x="59005" y="118011"/>
                      </a:lnTo>
                      <a:cubicBezTo>
                        <a:pt x="26439" y="118011"/>
                        <a:pt x="0" y="91555"/>
                        <a:pt x="0" y="59005"/>
                      </a:cubicBezTo>
                      <a:lnTo>
                        <a:pt x="0" y="59005"/>
                      </a:lnTo>
                      <a:cubicBezTo>
                        <a:pt x="0" y="26406"/>
                        <a:pt x="26439" y="0"/>
                        <a:pt x="59005" y="0"/>
                      </a:cubicBezTo>
                      <a:close/>
                      <a:moveTo>
                        <a:pt x="398174" y="0"/>
                      </a:moveTo>
                      <a:cubicBezTo>
                        <a:pt x="430740" y="0"/>
                        <a:pt x="457179" y="26423"/>
                        <a:pt x="457179" y="59005"/>
                      </a:cubicBezTo>
                      <a:lnTo>
                        <a:pt x="457179" y="59005"/>
                      </a:lnTo>
                      <a:cubicBezTo>
                        <a:pt x="457179" y="91555"/>
                        <a:pt x="430740" y="118011"/>
                        <a:pt x="398174" y="118011"/>
                      </a:cubicBezTo>
                      <a:lnTo>
                        <a:pt x="398174" y="118011"/>
                      </a:lnTo>
                      <a:cubicBezTo>
                        <a:pt x="365608" y="118011"/>
                        <a:pt x="339169" y="91555"/>
                        <a:pt x="339169" y="59005"/>
                      </a:cubicBezTo>
                      <a:lnTo>
                        <a:pt x="339169" y="59005"/>
                      </a:lnTo>
                      <a:cubicBezTo>
                        <a:pt x="339152" y="26406"/>
                        <a:pt x="365608" y="0"/>
                        <a:pt x="398174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331" y="26423"/>
                        <a:pt x="796331" y="59005"/>
                      </a:cubicBezTo>
                      <a:lnTo>
                        <a:pt x="796331" y="59005"/>
                      </a:lnTo>
                      <a:cubicBezTo>
                        <a:pt x="796331" y="91555"/>
                        <a:pt x="770140" y="118011"/>
                        <a:pt x="737557" y="118011"/>
                      </a:cubicBezTo>
                      <a:lnTo>
                        <a:pt x="737557" y="118011"/>
                      </a:lnTo>
                      <a:cubicBezTo>
                        <a:pt x="704991" y="118011"/>
                        <a:pt x="678552" y="91555"/>
                        <a:pt x="678552" y="59005"/>
                      </a:cubicBezTo>
                      <a:lnTo>
                        <a:pt x="678552" y="59005"/>
                      </a:lnTo>
                      <a:cubicBezTo>
                        <a:pt x="678552" y="26406"/>
                        <a:pt x="704991" y="0"/>
                        <a:pt x="737557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715" y="26423"/>
                        <a:pt x="1135715" y="59005"/>
                      </a:cubicBezTo>
                      <a:lnTo>
                        <a:pt x="1135715" y="59005"/>
                      </a:lnTo>
                      <a:cubicBezTo>
                        <a:pt x="1135715" y="91555"/>
                        <a:pt x="1109276" y="118011"/>
                        <a:pt x="1076710" y="118011"/>
                      </a:cubicBezTo>
                      <a:lnTo>
                        <a:pt x="1076710" y="118011"/>
                      </a:lnTo>
                      <a:cubicBezTo>
                        <a:pt x="1044144" y="118011"/>
                        <a:pt x="1017704" y="91555"/>
                        <a:pt x="1017704" y="59005"/>
                      </a:cubicBezTo>
                      <a:lnTo>
                        <a:pt x="1017704" y="59005"/>
                      </a:lnTo>
                      <a:cubicBezTo>
                        <a:pt x="1017704" y="26406"/>
                        <a:pt x="1044144" y="0"/>
                        <a:pt x="1076710" y="0"/>
                      </a:cubicBezTo>
                      <a:close/>
                      <a:moveTo>
                        <a:pt x="1415878" y="0"/>
                      </a:moveTo>
                      <a:cubicBezTo>
                        <a:pt x="1448444" y="0"/>
                        <a:pt x="1474883" y="26423"/>
                        <a:pt x="1474883" y="59005"/>
                      </a:cubicBezTo>
                      <a:lnTo>
                        <a:pt x="1474883" y="59005"/>
                      </a:lnTo>
                      <a:cubicBezTo>
                        <a:pt x="1474883" y="91555"/>
                        <a:pt x="1448444" y="118011"/>
                        <a:pt x="1415878" y="118011"/>
                      </a:cubicBezTo>
                      <a:lnTo>
                        <a:pt x="1415878" y="118011"/>
                      </a:lnTo>
                      <a:cubicBezTo>
                        <a:pt x="1383312" y="118011"/>
                        <a:pt x="1356873" y="91555"/>
                        <a:pt x="1356873" y="59005"/>
                      </a:cubicBezTo>
                      <a:lnTo>
                        <a:pt x="1356873" y="59005"/>
                      </a:lnTo>
                      <a:cubicBezTo>
                        <a:pt x="1356856" y="26406"/>
                        <a:pt x="1383312" y="0"/>
                        <a:pt x="1415878" y="0"/>
                      </a:cubicBezTo>
                      <a:close/>
                      <a:moveTo>
                        <a:pt x="1755261" y="0"/>
                      </a:moveTo>
                      <a:cubicBezTo>
                        <a:pt x="1787827" y="0"/>
                        <a:pt x="1814267" y="26423"/>
                        <a:pt x="1814267" y="59005"/>
                      </a:cubicBezTo>
                      <a:lnTo>
                        <a:pt x="1814267" y="59005"/>
                      </a:lnTo>
                      <a:cubicBezTo>
                        <a:pt x="1814267" y="91555"/>
                        <a:pt x="1787827" y="118011"/>
                        <a:pt x="1755261" y="118011"/>
                      </a:cubicBezTo>
                      <a:lnTo>
                        <a:pt x="1755261" y="118011"/>
                      </a:lnTo>
                      <a:cubicBezTo>
                        <a:pt x="1722695" y="118011"/>
                        <a:pt x="1696256" y="91555"/>
                        <a:pt x="1696256" y="59005"/>
                      </a:cubicBezTo>
                      <a:lnTo>
                        <a:pt x="1696256" y="59005"/>
                      </a:lnTo>
                      <a:cubicBezTo>
                        <a:pt x="1696256" y="26406"/>
                        <a:pt x="1722695" y="0"/>
                        <a:pt x="175526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8C51B56F-C134-959D-4CAA-2F344FB9B1D8}"/>
                    </a:ext>
                  </a:extLst>
                </p:cNvPr>
                <p:cNvSpPr/>
                <p:nvPr/>
              </p:nvSpPr>
              <p:spPr>
                <a:xfrm>
                  <a:off x="807709" y="6595457"/>
                  <a:ext cx="117246" cy="118010"/>
                </a:xfrm>
                <a:custGeom>
                  <a:avLst/>
                  <a:gdLst>
                    <a:gd name="connsiteX0" fmla="*/ 0 w 117246"/>
                    <a:gd name="connsiteY0" fmla="*/ 59005 h 118010"/>
                    <a:gd name="connsiteX1" fmla="*/ 17472 w 117246"/>
                    <a:gd name="connsiteY1" fmla="*/ 17191 h 118010"/>
                    <a:gd name="connsiteX2" fmla="*/ 59005 w 117246"/>
                    <a:gd name="connsiteY2" fmla="*/ 0 h 118010"/>
                    <a:gd name="connsiteX3" fmla="*/ 100786 w 117246"/>
                    <a:gd name="connsiteY3" fmla="*/ 17191 h 118010"/>
                    <a:gd name="connsiteX4" fmla="*/ 100786 w 117246"/>
                    <a:gd name="connsiteY4" fmla="*/ 100770 h 118010"/>
                    <a:gd name="connsiteX5" fmla="*/ 59005 w 117246"/>
                    <a:gd name="connsiteY5" fmla="*/ 118011 h 118010"/>
                    <a:gd name="connsiteX6" fmla="*/ 17472 w 117246"/>
                    <a:gd name="connsiteY6" fmla="*/ 100770 h 118010"/>
                    <a:gd name="connsiteX7" fmla="*/ 0 w 117246"/>
                    <a:gd name="connsiteY7" fmla="*/ 59005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46" h="118010">
                      <a:moveTo>
                        <a:pt x="0" y="59005"/>
                      </a:moveTo>
                      <a:cubicBezTo>
                        <a:pt x="0" y="43432"/>
                        <a:pt x="6391" y="28306"/>
                        <a:pt x="17472" y="17191"/>
                      </a:cubicBezTo>
                      <a:cubicBezTo>
                        <a:pt x="28322" y="6375"/>
                        <a:pt x="43680" y="0"/>
                        <a:pt x="59005" y="0"/>
                      </a:cubicBezTo>
                      <a:cubicBezTo>
                        <a:pt x="74578" y="0"/>
                        <a:pt x="89936" y="6375"/>
                        <a:pt x="100786" y="17191"/>
                      </a:cubicBezTo>
                      <a:cubicBezTo>
                        <a:pt x="122734" y="39188"/>
                        <a:pt x="122734" y="78822"/>
                        <a:pt x="100786" y="100770"/>
                      </a:cubicBezTo>
                      <a:cubicBezTo>
                        <a:pt x="89936" y="111586"/>
                        <a:pt x="74578" y="118011"/>
                        <a:pt x="59005" y="118011"/>
                      </a:cubicBezTo>
                      <a:cubicBezTo>
                        <a:pt x="43680" y="118011"/>
                        <a:pt x="28322" y="111586"/>
                        <a:pt x="17472" y="100770"/>
                      </a:cubicBezTo>
                      <a:cubicBezTo>
                        <a:pt x="6375" y="89656"/>
                        <a:pt x="0" y="74578"/>
                        <a:pt x="0" y="59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  <p:grpSp>
          <p:nvGrpSpPr>
            <p:cNvPr id="24" name="Graphic 7">
              <a:extLst>
                <a:ext uri="{FF2B5EF4-FFF2-40B4-BE49-F238E27FC236}">
                  <a16:creationId xmlns:a16="http://schemas.microsoft.com/office/drawing/2014/main" id="{15B90B73-F1A8-AD2E-6983-1A663DC72F8C}"/>
                </a:ext>
              </a:extLst>
            </p:cNvPr>
            <p:cNvGrpSpPr/>
            <p:nvPr/>
          </p:nvGrpSpPr>
          <p:grpSpPr>
            <a:xfrm>
              <a:off x="9432168" y="2724654"/>
              <a:ext cx="2880184" cy="1307157"/>
              <a:chOff x="9432168" y="2724654"/>
              <a:chExt cx="2880184" cy="1307157"/>
            </a:xfrm>
            <a:solidFill>
              <a:srgbClr val="FFFFFF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F9E8D17-1AFA-727C-BC32-4D4403D3FBA1}"/>
                  </a:ext>
                </a:extLst>
              </p:cNvPr>
              <p:cNvSpPr/>
              <p:nvPr/>
            </p:nvSpPr>
            <p:spPr>
              <a:xfrm>
                <a:off x="10449872" y="3692334"/>
                <a:ext cx="1814267" cy="117993"/>
              </a:xfrm>
              <a:custGeom>
                <a:avLst/>
                <a:gdLst>
                  <a:gd name="connsiteX0" fmla="*/ 59005 w 1814267"/>
                  <a:gd name="connsiteY0" fmla="*/ 0 h 117993"/>
                  <a:gd name="connsiteX1" fmla="*/ 118241 w 1814267"/>
                  <a:gd name="connsiteY1" fmla="*/ 58989 h 117993"/>
                  <a:gd name="connsiteX2" fmla="*/ 118241 w 1814267"/>
                  <a:gd name="connsiteY2" fmla="*/ 58989 h 117993"/>
                  <a:gd name="connsiteX3" fmla="*/ 59005 w 1814267"/>
                  <a:gd name="connsiteY3" fmla="*/ 117994 h 117993"/>
                  <a:gd name="connsiteX4" fmla="*/ 59005 w 1814267"/>
                  <a:gd name="connsiteY4" fmla="*/ 117994 h 117993"/>
                  <a:gd name="connsiteX5" fmla="*/ 0 w 1814267"/>
                  <a:gd name="connsiteY5" fmla="*/ 58989 h 117993"/>
                  <a:gd name="connsiteX6" fmla="*/ 0 w 1814267"/>
                  <a:gd name="connsiteY6" fmla="*/ 58989 h 117993"/>
                  <a:gd name="connsiteX7" fmla="*/ 59005 w 1814267"/>
                  <a:gd name="connsiteY7" fmla="*/ 0 h 117993"/>
                  <a:gd name="connsiteX8" fmla="*/ 398405 w 1814267"/>
                  <a:gd name="connsiteY8" fmla="*/ 0 h 117993"/>
                  <a:gd name="connsiteX9" fmla="*/ 457394 w 1814267"/>
                  <a:gd name="connsiteY9" fmla="*/ 58989 h 117993"/>
                  <a:gd name="connsiteX10" fmla="*/ 457394 w 1814267"/>
                  <a:gd name="connsiteY10" fmla="*/ 58989 h 117993"/>
                  <a:gd name="connsiteX11" fmla="*/ 398405 w 1814267"/>
                  <a:gd name="connsiteY11" fmla="*/ 117994 h 117993"/>
                  <a:gd name="connsiteX12" fmla="*/ 398405 w 1814267"/>
                  <a:gd name="connsiteY12" fmla="*/ 117994 h 117993"/>
                  <a:gd name="connsiteX13" fmla="*/ 339400 w 1814267"/>
                  <a:gd name="connsiteY13" fmla="*/ 58989 h 117993"/>
                  <a:gd name="connsiteX14" fmla="*/ 339400 w 1814267"/>
                  <a:gd name="connsiteY14" fmla="*/ 58989 h 117993"/>
                  <a:gd name="connsiteX15" fmla="*/ 398405 w 1814267"/>
                  <a:gd name="connsiteY15" fmla="*/ 0 h 117993"/>
                  <a:gd name="connsiteX16" fmla="*/ 737557 w 1814267"/>
                  <a:gd name="connsiteY16" fmla="*/ 0 h 117993"/>
                  <a:gd name="connsiteX17" fmla="*/ 796546 w 1814267"/>
                  <a:gd name="connsiteY17" fmla="*/ 58989 h 117993"/>
                  <a:gd name="connsiteX18" fmla="*/ 796546 w 1814267"/>
                  <a:gd name="connsiteY18" fmla="*/ 58989 h 117993"/>
                  <a:gd name="connsiteX19" fmla="*/ 737557 w 1814267"/>
                  <a:gd name="connsiteY19" fmla="*/ 117994 h 117993"/>
                  <a:gd name="connsiteX20" fmla="*/ 737557 w 1814267"/>
                  <a:gd name="connsiteY20" fmla="*/ 117994 h 117993"/>
                  <a:gd name="connsiteX21" fmla="*/ 678552 w 1814267"/>
                  <a:gd name="connsiteY21" fmla="*/ 58989 h 117993"/>
                  <a:gd name="connsiteX22" fmla="*/ 678552 w 1814267"/>
                  <a:gd name="connsiteY22" fmla="*/ 58989 h 117993"/>
                  <a:gd name="connsiteX23" fmla="*/ 737557 w 1814267"/>
                  <a:gd name="connsiteY23" fmla="*/ 0 h 117993"/>
                  <a:gd name="connsiteX24" fmla="*/ 1076941 w 1814267"/>
                  <a:gd name="connsiteY24" fmla="*/ 0 h 117993"/>
                  <a:gd name="connsiteX25" fmla="*/ 1135946 w 1814267"/>
                  <a:gd name="connsiteY25" fmla="*/ 58989 h 117993"/>
                  <a:gd name="connsiteX26" fmla="*/ 1135946 w 1814267"/>
                  <a:gd name="connsiteY26" fmla="*/ 58989 h 117993"/>
                  <a:gd name="connsiteX27" fmla="*/ 1076941 w 1814267"/>
                  <a:gd name="connsiteY27" fmla="*/ 117994 h 117993"/>
                  <a:gd name="connsiteX28" fmla="*/ 1076941 w 1814267"/>
                  <a:gd name="connsiteY28" fmla="*/ 117994 h 117993"/>
                  <a:gd name="connsiteX29" fmla="*/ 1017952 w 1814267"/>
                  <a:gd name="connsiteY29" fmla="*/ 58989 h 117993"/>
                  <a:gd name="connsiteX30" fmla="*/ 1017952 w 1814267"/>
                  <a:gd name="connsiteY30" fmla="*/ 58989 h 117993"/>
                  <a:gd name="connsiteX31" fmla="*/ 1076941 w 1814267"/>
                  <a:gd name="connsiteY31" fmla="*/ 0 h 117993"/>
                  <a:gd name="connsiteX32" fmla="*/ 1416109 w 1814267"/>
                  <a:gd name="connsiteY32" fmla="*/ 0 h 117993"/>
                  <a:gd name="connsiteX33" fmla="*/ 1475114 w 1814267"/>
                  <a:gd name="connsiteY33" fmla="*/ 58989 h 117993"/>
                  <a:gd name="connsiteX34" fmla="*/ 1475114 w 1814267"/>
                  <a:gd name="connsiteY34" fmla="*/ 58989 h 117993"/>
                  <a:gd name="connsiteX35" fmla="*/ 1416109 w 1814267"/>
                  <a:gd name="connsiteY35" fmla="*/ 117994 h 117993"/>
                  <a:gd name="connsiteX36" fmla="*/ 1416109 w 1814267"/>
                  <a:gd name="connsiteY36" fmla="*/ 117994 h 117993"/>
                  <a:gd name="connsiteX37" fmla="*/ 1357104 w 1814267"/>
                  <a:gd name="connsiteY37" fmla="*/ 58989 h 117993"/>
                  <a:gd name="connsiteX38" fmla="*/ 1357104 w 1814267"/>
                  <a:gd name="connsiteY38" fmla="*/ 58989 h 117993"/>
                  <a:gd name="connsiteX39" fmla="*/ 1416109 w 1814267"/>
                  <a:gd name="connsiteY39" fmla="*/ 0 h 117993"/>
                  <a:gd name="connsiteX40" fmla="*/ 1755278 w 1814267"/>
                  <a:gd name="connsiteY40" fmla="*/ 0 h 117993"/>
                  <a:gd name="connsiteX41" fmla="*/ 1814267 w 1814267"/>
                  <a:gd name="connsiteY41" fmla="*/ 58989 h 117993"/>
                  <a:gd name="connsiteX42" fmla="*/ 1814267 w 1814267"/>
                  <a:gd name="connsiteY42" fmla="*/ 58989 h 117993"/>
                  <a:gd name="connsiteX43" fmla="*/ 1755278 w 1814267"/>
                  <a:gd name="connsiteY43" fmla="*/ 117994 h 117993"/>
                  <a:gd name="connsiteX44" fmla="*/ 1755278 w 1814267"/>
                  <a:gd name="connsiteY44" fmla="*/ 117994 h 117993"/>
                  <a:gd name="connsiteX45" fmla="*/ 1696256 w 1814267"/>
                  <a:gd name="connsiteY45" fmla="*/ 58989 h 117993"/>
                  <a:gd name="connsiteX46" fmla="*/ 1696256 w 1814267"/>
                  <a:gd name="connsiteY46" fmla="*/ 58989 h 117993"/>
                  <a:gd name="connsiteX47" fmla="*/ 1755278 w 1814267"/>
                  <a:gd name="connsiteY47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814267" h="117993">
                    <a:moveTo>
                      <a:pt x="59005" y="0"/>
                    </a:moveTo>
                    <a:cubicBezTo>
                      <a:pt x="91803" y="0"/>
                      <a:pt x="118241" y="26406"/>
                      <a:pt x="118241" y="58989"/>
                    </a:cubicBezTo>
                    <a:lnTo>
                      <a:pt x="118241" y="58989"/>
                    </a:lnTo>
                    <a:cubicBezTo>
                      <a:pt x="118241" y="91538"/>
                      <a:pt x="91803" y="117994"/>
                      <a:pt x="59005" y="117994"/>
                    </a:cubicBezTo>
                    <a:lnTo>
                      <a:pt x="59005" y="117994"/>
                    </a:lnTo>
                    <a:cubicBezTo>
                      <a:pt x="26439" y="117994"/>
                      <a:pt x="0" y="91538"/>
                      <a:pt x="0" y="58989"/>
                    </a:cubicBezTo>
                    <a:lnTo>
                      <a:pt x="0" y="58989"/>
                    </a:lnTo>
                    <a:cubicBezTo>
                      <a:pt x="0" y="26406"/>
                      <a:pt x="26456" y="0"/>
                      <a:pt x="59005" y="0"/>
                    </a:cubicBezTo>
                    <a:close/>
                    <a:moveTo>
                      <a:pt x="398405" y="0"/>
                    </a:moveTo>
                    <a:cubicBezTo>
                      <a:pt x="430971" y="0"/>
                      <a:pt x="457394" y="26406"/>
                      <a:pt x="457394" y="58989"/>
                    </a:cubicBezTo>
                    <a:lnTo>
                      <a:pt x="457394" y="58989"/>
                    </a:lnTo>
                    <a:cubicBezTo>
                      <a:pt x="457394" y="91538"/>
                      <a:pt x="430955" y="117994"/>
                      <a:pt x="398405" y="117994"/>
                    </a:cubicBezTo>
                    <a:lnTo>
                      <a:pt x="398405" y="117994"/>
                    </a:lnTo>
                    <a:cubicBezTo>
                      <a:pt x="365822" y="117994"/>
                      <a:pt x="339400" y="91538"/>
                      <a:pt x="339400" y="58989"/>
                    </a:cubicBezTo>
                    <a:lnTo>
                      <a:pt x="339400" y="58989"/>
                    </a:lnTo>
                    <a:cubicBezTo>
                      <a:pt x="339400" y="26406"/>
                      <a:pt x="365839" y="0"/>
                      <a:pt x="398405" y="0"/>
                    </a:cubicBezTo>
                    <a:close/>
                    <a:moveTo>
                      <a:pt x="737557" y="0"/>
                    </a:moveTo>
                    <a:cubicBezTo>
                      <a:pt x="770140" y="0"/>
                      <a:pt x="796546" y="26406"/>
                      <a:pt x="796546" y="58989"/>
                    </a:cubicBezTo>
                    <a:lnTo>
                      <a:pt x="796546" y="58989"/>
                    </a:lnTo>
                    <a:cubicBezTo>
                      <a:pt x="796546" y="91538"/>
                      <a:pt x="770123" y="117994"/>
                      <a:pt x="737557" y="117994"/>
                    </a:cubicBezTo>
                    <a:lnTo>
                      <a:pt x="737557" y="117994"/>
                    </a:lnTo>
                    <a:cubicBezTo>
                      <a:pt x="704974" y="117994"/>
                      <a:pt x="678552" y="91538"/>
                      <a:pt x="678552" y="58989"/>
                    </a:cubicBezTo>
                    <a:lnTo>
                      <a:pt x="678552" y="58989"/>
                    </a:lnTo>
                    <a:cubicBezTo>
                      <a:pt x="678552" y="26406"/>
                      <a:pt x="704991" y="0"/>
                      <a:pt x="737557" y="0"/>
                    </a:cubicBezTo>
                    <a:close/>
                    <a:moveTo>
                      <a:pt x="1076941" y="0"/>
                    </a:moveTo>
                    <a:cubicBezTo>
                      <a:pt x="1109523" y="0"/>
                      <a:pt x="1135946" y="26406"/>
                      <a:pt x="1135946" y="58989"/>
                    </a:cubicBezTo>
                    <a:lnTo>
                      <a:pt x="1135946" y="58989"/>
                    </a:lnTo>
                    <a:cubicBezTo>
                      <a:pt x="1135946" y="91538"/>
                      <a:pt x="1109507" y="117994"/>
                      <a:pt x="1076941" y="117994"/>
                    </a:cubicBezTo>
                    <a:lnTo>
                      <a:pt x="1076941" y="117994"/>
                    </a:lnTo>
                    <a:cubicBezTo>
                      <a:pt x="1044374" y="117994"/>
                      <a:pt x="1017952" y="91538"/>
                      <a:pt x="1017952" y="58989"/>
                    </a:cubicBezTo>
                    <a:lnTo>
                      <a:pt x="1017952" y="58989"/>
                    </a:lnTo>
                    <a:cubicBezTo>
                      <a:pt x="1017952" y="26406"/>
                      <a:pt x="1044374" y="0"/>
                      <a:pt x="1076941" y="0"/>
                    </a:cubicBezTo>
                    <a:close/>
                    <a:moveTo>
                      <a:pt x="1416109" y="0"/>
                    </a:moveTo>
                    <a:cubicBezTo>
                      <a:pt x="1448676" y="0"/>
                      <a:pt x="1475114" y="26406"/>
                      <a:pt x="1475114" y="58989"/>
                    </a:cubicBezTo>
                    <a:lnTo>
                      <a:pt x="1475114" y="58989"/>
                    </a:lnTo>
                    <a:cubicBezTo>
                      <a:pt x="1475114" y="91538"/>
                      <a:pt x="1448659" y="117994"/>
                      <a:pt x="1416109" y="117994"/>
                    </a:cubicBezTo>
                    <a:lnTo>
                      <a:pt x="1416109" y="117994"/>
                    </a:lnTo>
                    <a:cubicBezTo>
                      <a:pt x="1383543" y="117994"/>
                      <a:pt x="1357104" y="91538"/>
                      <a:pt x="1357104" y="58989"/>
                    </a:cubicBezTo>
                    <a:lnTo>
                      <a:pt x="1357104" y="58989"/>
                    </a:lnTo>
                    <a:cubicBezTo>
                      <a:pt x="1357104" y="26406"/>
                      <a:pt x="1383543" y="0"/>
                      <a:pt x="1416109" y="0"/>
                    </a:cubicBezTo>
                    <a:close/>
                    <a:moveTo>
                      <a:pt x="1755278" y="0"/>
                    </a:moveTo>
                    <a:cubicBezTo>
                      <a:pt x="1787828" y="0"/>
                      <a:pt x="1814267" y="26406"/>
                      <a:pt x="1814267" y="58989"/>
                    </a:cubicBezTo>
                    <a:lnTo>
                      <a:pt x="1814267" y="58989"/>
                    </a:lnTo>
                    <a:cubicBezTo>
                      <a:pt x="1814267" y="91538"/>
                      <a:pt x="1787810" y="117994"/>
                      <a:pt x="1755278" y="117994"/>
                    </a:cubicBezTo>
                    <a:lnTo>
                      <a:pt x="1755278" y="117994"/>
                    </a:lnTo>
                    <a:cubicBezTo>
                      <a:pt x="1722927" y="117994"/>
                      <a:pt x="1696256" y="91538"/>
                      <a:pt x="1696256" y="58989"/>
                    </a:cubicBezTo>
                    <a:lnTo>
                      <a:pt x="1696256" y="58989"/>
                    </a:lnTo>
                    <a:cubicBezTo>
                      <a:pt x="1696256" y="26406"/>
                      <a:pt x="1722927" y="0"/>
                      <a:pt x="1755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064276C-F409-D625-DB4F-A7620E4C35F5}"/>
                  </a:ext>
                </a:extLst>
              </p:cNvPr>
              <p:cNvSpPr/>
              <p:nvPr/>
            </p:nvSpPr>
            <p:spPr>
              <a:xfrm>
                <a:off x="10110720" y="3450402"/>
                <a:ext cx="2153418" cy="117993"/>
              </a:xfrm>
              <a:custGeom>
                <a:avLst/>
                <a:gdLst>
                  <a:gd name="connsiteX0" fmla="*/ 59005 w 2153418"/>
                  <a:gd name="connsiteY0" fmla="*/ 0 h 117993"/>
                  <a:gd name="connsiteX1" fmla="*/ 118010 w 2153418"/>
                  <a:gd name="connsiteY1" fmla="*/ 59005 h 117993"/>
                  <a:gd name="connsiteX2" fmla="*/ 118010 w 2153418"/>
                  <a:gd name="connsiteY2" fmla="*/ 59005 h 117993"/>
                  <a:gd name="connsiteX3" fmla="*/ 59005 w 2153418"/>
                  <a:gd name="connsiteY3" fmla="*/ 117993 h 117993"/>
                  <a:gd name="connsiteX4" fmla="*/ 59005 w 2153418"/>
                  <a:gd name="connsiteY4" fmla="*/ 117993 h 117993"/>
                  <a:gd name="connsiteX5" fmla="*/ 0 w 2153418"/>
                  <a:gd name="connsiteY5" fmla="*/ 59005 h 117993"/>
                  <a:gd name="connsiteX6" fmla="*/ 0 w 2153418"/>
                  <a:gd name="connsiteY6" fmla="*/ 59005 h 117993"/>
                  <a:gd name="connsiteX7" fmla="*/ 59005 w 2153418"/>
                  <a:gd name="connsiteY7" fmla="*/ 0 h 117993"/>
                  <a:gd name="connsiteX8" fmla="*/ 398405 w 2153418"/>
                  <a:gd name="connsiteY8" fmla="*/ 0 h 117993"/>
                  <a:gd name="connsiteX9" fmla="*/ 457393 w 2153418"/>
                  <a:gd name="connsiteY9" fmla="*/ 59005 h 117993"/>
                  <a:gd name="connsiteX10" fmla="*/ 457393 w 2153418"/>
                  <a:gd name="connsiteY10" fmla="*/ 59005 h 117993"/>
                  <a:gd name="connsiteX11" fmla="*/ 398405 w 2153418"/>
                  <a:gd name="connsiteY11" fmla="*/ 117993 h 117993"/>
                  <a:gd name="connsiteX12" fmla="*/ 398405 w 2153418"/>
                  <a:gd name="connsiteY12" fmla="*/ 117993 h 117993"/>
                  <a:gd name="connsiteX13" fmla="*/ 339383 w 2153418"/>
                  <a:gd name="connsiteY13" fmla="*/ 59005 h 117993"/>
                  <a:gd name="connsiteX14" fmla="*/ 339383 w 2153418"/>
                  <a:gd name="connsiteY14" fmla="*/ 59005 h 117993"/>
                  <a:gd name="connsiteX15" fmla="*/ 398405 w 2153418"/>
                  <a:gd name="connsiteY15" fmla="*/ 0 h 117993"/>
                  <a:gd name="connsiteX16" fmla="*/ 737557 w 2153418"/>
                  <a:gd name="connsiteY16" fmla="*/ 0 h 117993"/>
                  <a:gd name="connsiteX17" fmla="*/ 796546 w 2153418"/>
                  <a:gd name="connsiteY17" fmla="*/ 59005 h 117993"/>
                  <a:gd name="connsiteX18" fmla="*/ 796546 w 2153418"/>
                  <a:gd name="connsiteY18" fmla="*/ 59005 h 117993"/>
                  <a:gd name="connsiteX19" fmla="*/ 737557 w 2153418"/>
                  <a:gd name="connsiteY19" fmla="*/ 117993 h 117993"/>
                  <a:gd name="connsiteX20" fmla="*/ 737557 w 2153418"/>
                  <a:gd name="connsiteY20" fmla="*/ 117993 h 117993"/>
                  <a:gd name="connsiteX21" fmla="*/ 678552 w 2153418"/>
                  <a:gd name="connsiteY21" fmla="*/ 59005 h 117993"/>
                  <a:gd name="connsiteX22" fmla="*/ 678552 w 2153418"/>
                  <a:gd name="connsiteY22" fmla="*/ 59005 h 117993"/>
                  <a:gd name="connsiteX23" fmla="*/ 737557 w 2153418"/>
                  <a:gd name="connsiteY23" fmla="*/ 0 h 117993"/>
                  <a:gd name="connsiteX24" fmla="*/ 1076709 w 2153418"/>
                  <a:gd name="connsiteY24" fmla="*/ 0 h 117993"/>
                  <a:gd name="connsiteX25" fmla="*/ 1135698 w 2153418"/>
                  <a:gd name="connsiteY25" fmla="*/ 59005 h 117993"/>
                  <a:gd name="connsiteX26" fmla="*/ 1135698 w 2153418"/>
                  <a:gd name="connsiteY26" fmla="*/ 59005 h 117993"/>
                  <a:gd name="connsiteX27" fmla="*/ 1076709 w 2153418"/>
                  <a:gd name="connsiteY27" fmla="*/ 117993 h 117993"/>
                  <a:gd name="connsiteX28" fmla="*/ 1076709 w 2153418"/>
                  <a:gd name="connsiteY28" fmla="*/ 117993 h 117993"/>
                  <a:gd name="connsiteX29" fmla="*/ 1017704 w 2153418"/>
                  <a:gd name="connsiteY29" fmla="*/ 59005 h 117993"/>
                  <a:gd name="connsiteX30" fmla="*/ 1017704 w 2153418"/>
                  <a:gd name="connsiteY30" fmla="*/ 59005 h 117993"/>
                  <a:gd name="connsiteX31" fmla="*/ 1076709 w 2153418"/>
                  <a:gd name="connsiteY31" fmla="*/ 0 h 117993"/>
                  <a:gd name="connsiteX32" fmla="*/ 1416093 w 2153418"/>
                  <a:gd name="connsiteY32" fmla="*/ 0 h 117993"/>
                  <a:gd name="connsiteX33" fmla="*/ 1475098 w 2153418"/>
                  <a:gd name="connsiteY33" fmla="*/ 59005 h 117993"/>
                  <a:gd name="connsiteX34" fmla="*/ 1475098 w 2153418"/>
                  <a:gd name="connsiteY34" fmla="*/ 59005 h 117993"/>
                  <a:gd name="connsiteX35" fmla="*/ 1416093 w 2153418"/>
                  <a:gd name="connsiteY35" fmla="*/ 117993 h 117993"/>
                  <a:gd name="connsiteX36" fmla="*/ 1416093 w 2153418"/>
                  <a:gd name="connsiteY36" fmla="*/ 117993 h 117993"/>
                  <a:gd name="connsiteX37" fmla="*/ 1357104 w 2153418"/>
                  <a:gd name="connsiteY37" fmla="*/ 59005 h 117993"/>
                  <a:gd name="connsiteX38" fmla="*/ 1357104 w 2153418"/>
                  <a:gd name="connsiteY38" fmla="*/ 59005 h 117993"/>
                  <a:gd name="connsiteX39" fmla="*/ 1416093 w 2153418"/>
                  <a:gd name="connsiteY39" fmla="*/ 0 h 117993"/>
                  <a:gd name="connsiteX40" fmla="*/ 1755261 w 2153418"/>
                  <a:gd name="connsiteY40" fmla="*/ 0 h 117993"/>
                  <a:gd name="connsiteX41" fmla="*/ 1814266 w 2153418"/>
                  <a:gd name="connsiteY41" fmla="*/ 59005 h 117993"/>
                  <a:gd name="connsiteX42" fmla="*/ 1814266 w 2153418"/>
                  <a:gd name="connsiteY42" fmla="*/ 59005 h 117993"/>
                  <a:gd name="connsiteX43" fmla="*/ 1755261 w 2153418"/>
                  <a:gd name="connsiteY43" fmla="*/ 117993 h 117993"/>
                  <a:gd name="connsiteX44" fmla="*/ 1755261 w 2153418"/>
                  <a:gd name="connsiteY44" fmla="*/ 117993 h 117993"/>
                  <a:gd name="connsiteX45" fmla="*/ 1696256 w 2153418"/>
                  <a:gd name="connsiteY45" fmla="*/ 59005 h 117993"/>
                  <a:gd name="connsiteX46" fmla="*/ 1696256 w 2153418"/>
                  <a:gd name="connsiteY46" fmla="*/ 59005 h 117993"/>
                  <a:gd name="connsiteX47" fmla="*/ 1755261 w 2153418"/>
                  <a:gd name="connsiteY47" fmla="*/ 0 h 117993"/>
                  <a:gd name="connsiteX48" fmla="*/ 2094430 w 2153418"/>
                  <a:gd name="connsiteY48" fmla="*/ 0 h 117993"/>
                  <a:gd name="connsiteX49" fmla="*/ 2153419 w 2153418"/>
                  <a:gd name="connsiteY49" fmla="*/ 59005 h 117993"/>
                  <a:gd name="connsiteX50" fmla="*/ 2153419 w 2153418"/>
                  <a:gd name="connsiteY50" fmla="*/ 59005 h 117993"/>
                  <a:gd name="connsiteX51" fmla="*/ 2094430 w 2153418"/>
                  <a:gd name="connsiteY51" fmla="*/ 117993 h 117993"/>
                  <a:gd name="connsiteX52" fmla="*/ 2094430 w 2153418"/>
                  <a:gd name="connsiteY52" fmla="*/ 117993 h 117993"/>
                  <a:gd name="connsiteX53" fmla="*/ 2035408 w 2153418"/>
                  <a:gd name="connsiteY53" fmla="*/ 59005 h 117993"/>
                  <a:gd name="connsiteX54" fmla="*/ 2035408 w 2153418"/>
                  <a:gd name="connsiteY54" fmla="*/ 59005 h 117993"/>
                  <a:gd name="connsiteX55" fmla="*/ 2094430 w 2153418"/>
                  <a:gd name="connsiteY55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153418" h="117993">
                    <a:moveTo>
                      <a:pt x="59005" y="0"/>
                    </a:moveTo>
                    <a:cubicBezTo>
                      <a:pt x="91571" y="0"/>
                      <a:pt x="118010" y="26423"/>
                      <a:pt x="118010" y="59005"/>
                    </a:cubicBezTo>
                    <a:lnTo>
                      <a:pt x="118010" y="59005"/>
                    </a:lnTo>
                    <a:cubicBezTo>
                      <a:pt x="118010" y="91554"/>
                      <a:pt x="91555" y="117993"/>
                      <a:pt x="59005" y="117993"/>
                    </a:cubicBezTo>
                    <a:lnTo>
                      <a:pt x="59005" y="117993"/>
                    </a:lnTo>
                    <a:cubicBezTo>
                      <a:pt x="26438" y="117993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0" y="26423"/>
                      <a:pt x="26456" y="0"/>
                      <a:pt x="59005" y="0"/>
                    </a:cubicBezTo>
                    <a:close/>
                    <a:moveTo>
                      <a:pt x="398405" y="0"/>
                    </a:moveTo>
                    <a:cubicBezTo>
                      <a:pt x="430971" y="0"/>
                      <a:pt x="457393" y="26423"/>
                      <a:pt x="457393" y="59005"/>
                    </a:cubicBezTo>
                    <a:lnTo>
                      <a:pt x="457393" y="59005"/>
                    </a:lnTo>
                    <a:cubicBezTo>
                      <a:pt x="457393" y="91554"/>
                      <a:pt x="430955" y="117993"/>
                      <a:pt x="398405" y="117993"/>
                    </a:cubicBezTo>
                    <a:lnTo>
                      <a:pt x="398405" y="117993"/>
                    </a:lnTo>
                    <a:cubicBezTo>
                      <a:pt x="365822" y="117993"/>
                      <a:pt x="339383" y="91538"/>
                      <a:pt x="339383" y="59005"/>
                    </a:cubicBezTo>
                    <a:lnTo>
                      <a:pt x="339383" y="59005"/>
                    </a:lnTo>
                    <a:cubicBezTo>
                      <a:pt x="339383" y="26423"/>
                      <a:pt x="365822" y="0"/>
                      <a:pt x="398405" y="0"/>
                    </a:cubicBezTo>
                    <a:close/>
                    <a:moveTo>
                      <a:pt x="737557" y="0"/>
                    </a:moveTo>
                    <a:cubicBezTo>
                      <a:pt x="770123" y="0"/>
                      <a:pt x="796546" y="26423"/>
                      <a:pt x="796546" y="59005"/>
                    </a:cubicBezTo>
                    <a:lnTo>
                      <a:pt x="796546" y="59005"/>
                    </a:lnTo>
                    <a:cubicBezTo>
                      <a:pt x="796546" y="91554"/>
                      <a:pt x="770107" y="117993"/>
                      <a:pt x="737557" y="117993"/>
                    </a:cubicBezTo>
                    <a:lnTo>
                      <a:pt x="737557" y="117993"/>
                    </a:lnTo>
                    <a:cubicBezTo>
                      <a:pt x="704974" y="117993"/>
                      <a:pt x="678552" y="91538"/>
                      <a:pt x="678552" y="59005"/>
                    </a:cubicBezTo>
                    <a:lnTo>
                      <a:pt x="678552" y="59005"/>
                    </a:lnTo>
                    <a:cubicBezTo>
                      <a:pt x="678552" y="26423"/>
                      <a:pt x="704991" y="0"/>
                      <a:pt x="737557" y="0"/>
                    </a:cubicBezTo>
                    <a:close/>
                    <a:moveTo>
                      <a:pt x="1076709" y="0"/>
                    </a:moveTo>
                    <a:cubicBezTo>
                      <a:pt x="1109292" y="0"/>
                      <a:pt x="1135698" y="26423"/>
                      <a:pt x="1135698" y="59005"/>
                    </a:cubicBezTo>
                    <a:lnTo>
                      <a:pt x="1135698" y="59005"/>
                    </a:lnTo>
                    <a:cubicBezTo>
                      <a:pt x="1135698" y="91554"/>
                      <a:pt x="1109275" y="117993"/>
                      <a:pt x="1076709" y="117993"/>
                    </a:cubicBezTo>
                    <a:lnTo>
                      <a:pt x="1076709" y="117993"/>
                    </a:lnTo>
                    <a:cubicBezTo>
                      <a:pt x="1044126" y="117993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704" y="26423"/>
                      <a:pt x="1044143" y="0"/>
                      <a:pt x="1076709" y="0"/>
                    </a:cubicBezTo>
                    <a:close/>
                    <a:moveTo>
                      <a:pt x="1416093" y="0"/>
                    </a:moveTo>
                    <a:cubicBezTo>
                      <a:pt x="1448675" y="0"/>
                      <a:pt x="1475098" y="26423"/>
                      <a:pt x="1475098" y="59005"/>
                    </a:cubicBezTo>
                    <a:lnTo>
                      <a:pt x="1475098" y="59005"/>
                    </a:lnTo>
                    <a:cubicBezTo>
                      <a:pt x="1475098" y="91554"/>
                      <a:pt x="1448659" y="117993"/>
                      <a:pt x="1416093" y="117993"/>
                    </a:cubicBezTo>
                    <a:lnTo>
                      <a:pt x="1416093" y="117993"/>
                    </a:lnTo>
                    <a:cubicBezTo>
                      <a:pt x="1383526" y="117993"/>
                      <a:pt x="1357104" y="91538"/>
                      <a:pt x="1357104" y="59005"/>
                    </a:cubicBezTo>
                    <a:lnTo>
                      <a:pt x="1357104" y="59005"/>
                    </a:lnTo>
                    <a:cubicBezTo>
                      <a:pt x="1357104" y="26423"/>
                      <a:pt x="1383526" y="0"/>
                      <a:pt x="1416093" y="0"/>
                    </a:cubicBezTo>
                    <a:close/>
                    <a:moveTo>
                      <a:pt x="1755261" y="0"/>
                    </a:moveTo>
                    <a:cubicBezTo>
                      <a:pt x="1787828" y="0"/>
                      <a:pt x="1814266" y="26423"/>
                      <a:pt x="1814266" y="59005"/>
                    </a:cubicBezTo>
                    <a:lnTo>
                      <a:pt x="1814266" y="59005"/>
                    </a:lnTo>
                    <a:cubicBezTo>
                      <a:pt x="1814266" y="91554"/>
                      <a:pt x="1787810" y="117993"/>
                      <a:pt x="1755261" y="117993"/>
                    </a:cubicBezTo>
                    <a:lnTo>
                      <a:pt x="1755261" y="117993"/>
                    </a:lnTo>
                    <a:cubicBezTo>
                      <a:pt x="1722695" y="117993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56" y="26423"/>
                      <a:pt x="1722695" y="0"/>
                      <a:pt x="1755261" y="0"/>
                    </a:cubicBezTo>
                    <a:close/>
                    <a:moveTo>
                      <a:pt x="2094430" y="0"/>
                    </a:moveTo>
                    <a:cubicBezTo>
                      <a:pt x="2126980" y="0"/>
                      <a:pt x="2153419" y="26423"/>
                      <a:pt x="2153419" y="59005"/>
                    </a:cubicBezTo>
                    <a:lnTo>
                      <a:pt x="2153419" y="59005"/>
                    </a:lnTo>
                    <a:cubicBezTo>
                      <a:pt x="2153419" y="91554"/>
                      <a:pt x="2126962" y="117993"/>
                      <a:pt x="2094430" y="117993"/>
                    </a:cubicBezTo>
                    <a:lnTo>
                      <a:pt x="2094430" y="117993"/>
                    </a:lnTo>
                    <a:cubicBezTo>
                      <a:pt x="2061847" y="117993"/>
                      <a:pt x="2035408" y="91538"/>
                      <a:pt x="2035408" y="59005"/>
                    </a:cubicBezTo>
                    <a:lnTo>
                      <a:pt x="2035408" y="59005"/>
                    </a:lnTo>
                    <a:cubicBezTo>
                      <a:pt x="2035408" y="26423"/>
                      <a:pt x="2061864" y="0"/>
                      <a:pt x="20944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2EC7DD9-8804-39C2-AE2F-A9CA88B3BDF1}"/>
                  </a:ext>
                </a:extLst>
              </p:cNvPr>
              <p:cNvSpPr/>
              <p:nvPr/>
            </p:nvSpPr>
            <p:spPr>
              <a:xfrm>
                <a:off x="9771567" y="3208486"/>
                <a:ext cx="2492571" cy="118010"/>
              </a:xfrm>
              <a:custGeom>
                <a:avLst/>
                <a:gdLst>
                  <a:gd name="connsiteX0" fmla="*/ 58989 w 2492571"/>
                  <a:gd name="connsiteY0" fmla="*/ 0 h 118010"/>
                  <a:gd name="connsiteX1" fmla="*/ 117994 w 2492571"/>
                  <a:gd name="connsiteY1" fmla="*/ 59005 h 118010"/>
                  <a:gd name="connsiteX2" fmla="*/ 117994 w 2492571"/>
                  <a:gd name="connsiteY2" fmla="*/ 59005 h 118010"/>
                  <a:gd name="connsiteX3" fmla="*/ 58989 w 2492571"/>
                  <a:gd name="connsiteY3" fmla="*/ 118010 h 118010"/>
                  <a:gd name="connsiteX4" fmla="*/ 58989 w 2492571"/>
                  <a:gd name="connsiteY4" fmla="*/ 118010 h 118010"/>
                  <a:gd name="connsiteX5" fmla="*/ 0 w 2492571"/>
                  <a:gd name="connsiteY5" fmla="*/ 59005 h 118010"/>
                  <a:gd name="connsiteX6" fmla="*/ 0 w 2492571"/>
                  <a:gd name="connsiteY6" fmla="*/ 59005 h 118010"/>
                  <a:gd name="connsiteX7" fmla="*/ 58989 w 2492571"/>
                  <a:gd name="connsiteY7" fmla="*/ 0 h 118010"/>
                  <a:gd name="connsiteX8" fmla="*/ 398158 w 2492571"/>
                  <a:gd name="connsiteY8" fmla="*/ 0 h 118010"/>
                  <a:gd name="connsiteX9" fmla="*/ 457163 w 2492571"/>
                  <a:gd name="connsiteY9" fmla="*/ 59005 h 118010"/>
                  <a:gd name="connsiteX10" fmla="*/ 457163 w 2492571"/>
                  <a:gd name="connsiteY10" fmla="*/ 59005 h 118010"/>
                  <a:gd name="connsiteX11" fmla="*/ 398158 w 2492571"/>
                  <a:gd name="connsiteY11" fmla="*/ 118010 h 118010"/>
                  <a:gd name="connsiteX12" fmla="*/ 398158 w 2492571"/>
                  <a:gd name="connsiteY12" fmla="*/ 118010 h 118010"/>
                  <a:gd name="connsiteX13" fmla="*/ 339153 w 2492571"/>
                  <a:gd name="connsiteY13" fmla="*/ 59005 h 118010"/>
                  <a:gd name="connsiteX14" fmla="*/ 339153 w 2492571"/>
                  <a:gd name="connsiteY14" fmla="*/ 59005 h 118010"/>
                  <a:gd name="connsiteX15" fmla="*/ 398158 w 2492571"/>
                  <a:gd name="connsiteY15" fmla="*/ 0 h 118010"/>
                  <a:gd name="connsiteX16" fmla="*/ 737558 w 2492571"/>
                  <a:gd name="connsiteY16" fmla="*/ 0 h 118010"/>
                  <a:gd name="connsiteX17" fmla="*/ 796331 w 2492571"/>
                  <a:gd name="connsiteY17" fmla="*/ 59005 h 118010"/>
                  <a:gd name="connsiteX18" fmla="*/ 796331 w 2492571"/>
                  <a:gd name="connsiteY18" fmla="*/ 59005 h 118010"/>
                  <a:gd name="connsiteX19" fmla="*/ 737558 w 2492571"/>
                  <a:gd name="connsiteY19" fmla="*/ 118010 h 118010"/>
                  <a:gd name="connsiteX20" fmla="*/ 737558 w 2492571"/>
                  <a:gd name="connsiteY20" fmla="*/ 118010 h 118010"/>
                  <a:gd name="connsiteX21" fmla="*/ 678536 w 2492571"/>
                  <a:gd name="connsiteY21" fmla="*/ 59005 h 118010"/>
                  <a:gd name="connsiteX22" fmla="*/ 678536 w 2492571"/>
                  <a:gd name="connsiteY22" fmla="*/ 59005 h 118010"/>
                  <a:gd name="connsiteX23" fmla="*/ 737558 w 2492571"/>
                  <a:gd name="connsiteY23" fmla="*/ 0 h 118010"/>
                  <a:gd name="connsiteX24" fmla="*/ 1076710 w 2492571"/>
                  <a:gd name="connsiteY24" fmla="*/ 0 h 118010"/>
                  <a:gd name="connsiteX25" fmla="*/ 1135699 w 2492571"/>
                  <a:gd name="connsiteY25" fmla="*/ 59005 h 118010"/>
                  <a:gd name="connsiteX26" fmla="*/ 1135699 w 2492571"/>
                  <a:gd name="connsiteY26" fmla="*/ 59005 h 118010"/>
                  <a:gd name="connsiteX27" fmla="*/ 1076710 w 2492571"/>
                  <a:gd name="connsiteY27" fmla="*/ 118010 h 118010"/>
                  <a:gd name="connsiteX28" fmla="*/ 1076710 w 2492571"/>
                  <a:gd name="connsiteY28" fmla="*/ 118010 h 118010"/>
                  <a:gd name="connsiteX29" fmla="*/ 1017705 w 2492571"/>
                  <a:gd name="connsiteY29" fmla="*/ 59005 h 118010"/>
                  <a:gd name="connsiteX30" fmla="*/ 1017705 w 2492571"/>
                  <a:gd name="connsiteY30" fmla="*/ 59005 h 118010"/>
                  <a:gd name="connsiteX31" fmla="*/ 1076710 w 2492571"/>
                  <a:gd name="connsiteY31" fmla="*/ 0 h 118010"/>
                  <a:gd name="connsiteX32" fmla="*/ 1415862 w 2492571"/>
                  <a:gd name="connsiteY32" fmla="*/ 0 h 118010"/>
                  <a:gd name="connsiteX33" fmla="*/ 1474851 w 2492571"/>
                  <a:gd name="connsiteY33" fmla="*/ 59005 h 118010"/>
                  <a:gd name="connsiteX34" fmla="*/ 1474851 w 2492571"/>
                  <a:gd name="connsiteY34" fmla="*/ 59005 h 118010"/>
                  <a:gd name="connsiteX35" fmla="*/ 1415862 w 2492571"/>
                  <a:gd name="connsiteY35" fmla="*/ 118010 h 118010"/>
                  <a:gd name="connsiteX36" fmla="*/ 1415862 w 2492571"/>
                  <a:gd name="connsiteY36" fmla="*/ 118010 h 118010"/>
                  <a:gd name="connsiteX37" fmla="*/ 1356857 w 2492571"/>
                  <a:gd name="connsiteY37" fmla="*/ 59005 h 118010"/>
                  <a:gd name="connsiteX38" fmla="*/ 1356857 w 2492571"/>
                  <a:gd name="connsiteY38" fmla="*/ 59005 h 118010"/>
                  <a:gd name="connsiteX39" fmla="*/ 1415862 w 2492571"/>
                  <a:gd name="connsiteY39" fmla="*/ 0 h 118010"/>
                  <a:gd name="connsiteX40" fmla="*/ 1755246 w 2492571"/>
                  <a:gd name="connsiteY40" fmla="*/ 0 h 118010"/>
                  <a:gd name="connsiteX41" fmla="*/ 1814251 w 2492571"/>
                  <a:gd name="connsiteY41" fmla="*/ 59005 h 118010"/>
                  <a:gd name="connsiteX42" fmla="*/ 1814251 w 2492571"/>
                  <a:gd name="connsiteY42" fmla="*/ 59005 h 118010"/>
                  <a:gd name="connsiteX43" fmla="*/ 1755246 w 2492571"/>
                  <a:gd name="connsiteY43" fmla="*/ 118010 h 118010"/>
                  <a:gd name="connsiteX44" fmla="*/ 1755246 w 2492571"/>
                  <a:gd name="connsiteY44" fmla="*/ 118010 h 118010"/>
                  <a:gd name="connsiteX45" fmla="*/ 1696257 w 2492571"/>
                  <a:gd name="connsiteY45" fmla="*/ 59005 h 118010"/>
                  <a:gd name="connsiteX46" fmla="*/ 1696257 w 2492571"/>
                  <a:gd name="connsiteY46" fmla="*/ 59005 h 118010"/>
                  <a:gd name="connsiteX47" fmla="*/ 1755246 w 2492571"/>
                  <a:gd name="connsiteY47" fmla="*/ 0 h 118010"/>
                  <a:gd name="connsiteX48" fmla="*/ 2094414 w 2492571"/>
                  <a:gd name="connsiteY48" fmla="*/ 0 h 118010"/>
                  <a:gd name="connsiteX49" fmla="*/ 2153419 w 2492571"/>
                  <a:gd name="connsiteY49" fmla="*/ 59005 h 118010"/>
                  <a:gd name="connsiteX50" fmla="*/ 2153419 w 2492571"/>
                  <a:gd name="connsiteY50" fmla="*/ 59005 h 118010"/>
                  <a:gd name="connsiteX51" fmla="*/ 2094414 w 2492571"/>
                  <a:gd name="connsiteY51" fmla="*/ 118010 h 118010"/>
                  <a:gd name="connsiteX52" fmla="*/ 2094414 w 2492571"/>
                  <a:gd name="connsiteY52" fmla="*/ 118010 h 118010"/>
                  <a:gd name="connsiteX53" fmla="*/ 2035409 w 2492571"/>
                  <a:gd name="connsiteY53" fmla="*/ 59005 h 118010"/>
                  <a:gd name="connsiteX54" fmla="*/ 2035409 w 2492571"/>
                  <a:gd name="connsiteY54" fmla="*/ 59005 h 118010"/>
                  <a:gd name="connsiteX55" fmla="*/ 2094414 w 2492571"/>
                  <a:gd name="connsiteY55" fmla="*/ 0 h 118010"/>
                  <a:gd name="connsiteX56" fmla="*/ 2433583 w 2492571"/>
                  <a:gd name="connsiteY56" fmla="*/ 0 h 118010"/>
                  <a:gd name="connsiteX57" fmla="*/ 2492572 w 2492571"/>
                  <a:gd name="connsiteY57" fmla="*/ 59005 h 118010"/>
                  <a:gd name="connsiteX58" fmla="*/ 2492572 w 2492571"/>
                  <a:gd name="connsiteY58" fmla="*/ 59005 h 118010"/>
                  <a:gd name="connsiteX59" fmla="*/ 2433583 w 2492571"/>
                  <a:gd name="connsiteY59" fmla="*/ 118010 h 118010"/>
                  <a:gd name="connsiteX60" fmla="*/ 2433583 w 2492571"/>
                  <a:gd name="connsiteY60" fmla="*/ 118010 h 118010"/>
                  <a:gd name="connsiteX61" fmla="*/ 2374561 w 2492571"/>
                  <a:gd name="connsiteY61" fmla="*/ 59005 h 118010"/>
                  <a:gd name="connsiteX62" fmla="*/ 2374561 w 2492571"/>
                  <a:gd name="connsiteY62" fmla="*/ 59005 h 118010"/>
                  <a:gd name="connsiteX63" fmla="*/ 2433583 w 2492571"/>
                  <a:gd name="connsiteY63" fmla="*/ 0 h 11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571" h="118010">
                    <a:moveTo>
                      <a:pt x="58989" y="0"/>
                    </a:moveTo>
                    <a:cubicBezTo>
                      <a:pt x="91572" y="0"/>
                      <a:pt x="117994" y="26423"/>
                      <a:pt x="117994" y="59005"/>
                    </a:cubicBezTo>
                    <a:lnTo>
                      <a:pt x="117994" y="59005"/>
                    </a:lnTo>
                    <a:cubicBezTo>
                      <a:pt x="117994" y="91554"/>
                      <a:pt x="91572" y="118010"/>
                      <a:pt x="58989" y="118010"/>
                    </a:cubicBezTo>
                    <a:lnTo>
                      <a:pt x="58989" y="118010"/>
                    </a:lnTo>
                    <a:cubicBezTo>
                      <a:pt x="26423" y="118010"/>
                      <a:pt x="0" y="91554"/>
                      <a:pt x="0" y="59005"/>
                    </a:cubicBezTo>
                    <a:lnTo>
                      <a:pt x="0" y="59005"/>
                    </a:lnTo>
                    <a:cubicBezTo>
                      <a:pt x="0" y="26423"/>
                      <a:pt x="26439" y="0"/>
                      <a:pt x="58989" y="0"/>
                    </a:cubicBezTo>
                    <a:close/>
                    <a:moveTo>
                      <a:pt x="398158" y="0"/>
                    </a:moveTo>
                    <a:cubicBezTo>
                      <a:pt x="430724" y="0"/>
                      <a:pt x="457163" y="26423"/>
                      <a:pt x="457163" y="59005"/>
                    </a:cubicBezTo>
                    <a:lnTo>
                      <a:pt x="457163" y="59005"/>
                    </a:lnTo>
                    <a:cubicBezTo>
                      <a:pt x="457163" y="91554"/>
                      <a:pt x="430708" y="118010"/>
                      <a:pt x="398158" y="118010"/>
                    </a:cubicBezTo>
                    <a:lnTo>
                      <a:pt x="398158" y="118010"/>
                    </a:lnTo>
                    <a:cubicBezTo>
                      <a:pt x="365591" y="118010"/>
                      <a:pt x="339153" y="91554"/>
                      <a:pt x="339153" y="59005"/>
                    </a:cubicBezTo>
                    <a:lnTo>
                      <a:pt x="339153" y="59005"/>
                    </a:lnTo>
                    <a:cubicBezTo>
                      <a:pt x="339153" y="26423"/>
                      <a:pt x="365609" y="0"/>
                      <a:pt x="398158" y="0"/>
                    </a:cubicBezTo>
                    <a:close/>
                    <a:moveTo>
                      <a:pt x="737558" y="0"/>
                    </a:moveTo>
                    <a:cubicBezTo>
                      <a:pt x="770124" y="0"/>
                      <a:pt x="796331" y="26423"/>
                      <a:pt x="796331" y="59005"/>
                    </a:cubicBezTo>
                    <a:lnTo>
                      <a:pt x="796331" y="59005"/>
                    </a:lnTo>
                    <a:cubicBezTo>
                      <a:pt x="796331" y="91554"/>
                      <a:pt x="770124" y="118010"/>
                      <a:pt x="737558" y="118010"/>
                    </a:cubicBezTo>
                    <a:lnTo>
                      <a:pt x="737558" y="118010"/>
                    </a:lnTo>
                    <a:cubicBezTo>
                      <a:pt x="704975" y="118010"/>
                      <a:pt x="678536" y="91554"/>
                      <a:pt x="678536" y="59005"/>
                    </a:cubicBezTo>
                    <a:lnTo>
                      <a:pt x="678536" y="59005"/>
                    </a:lnTo>
                    <a:cubicBezTo>
                      <a:pt x="678536" y="26423"/>
                      <a:pt x="704975" y="0"/>
                      <a:pt x="737558" y="0"/>
                    </a:cubicBezTo>
                    <a:close/>
                    <a:moveTo>
                      <a:pt x="1076710" y="0"/>
                    </a:moveTo>
                    <a:cubicBezTo>
                      <a:pt x="1109276" y="0"/>
                      <a:pt x="1135699" y="26423"/>
                      <a:pt x="1135699" y="59005"/>
                    </a:cubicBezTo>
                    <a:lnTo>
                      <a:pt x="1135699" y="59005"/>
                    </a:lnTo>
                    <a:cubicBezTo>
                      <a:pt x="1135699" y="91554"/>
                      <a:pt x="1109260" y="118010"/>
                      <a:pt x="1076710" y="118010"/>
                    </a:cubicBezTo>
                    <a:lnTo>
                      <a:pt x="1076710" y="118010"/>
                    </a:lnTo>
                    <a:cubicBezTo>
                      <a:pt x="1044127" y="118010"/>
                      <a:pt x="1017705" y="91554"/>
                      <a:pt x="1017705" y="59005"/>
                    </a:cubicBezTo>
                    <a:lnTo>
                      <a:pt x="1017705" y="59005"/>
                    </a:lnTo>
                    <a:cubicBezTo>
                      <a:pt x="1017705" y="26423"/>
                      <a:pt x="1044144" y="0"/>
                      <a:pt x="1076710" y="0"/>
                    </a:cubicBezTo>
                    <a:close/>
                    <a:moveTo>
                      <a:pt x="1415862" y="0"/>
                    </a:moveTo>
                    <a:cubicBezTo>
                      <a:pt x="1448445" y="0"/>
                      <a:pt x="1474851" y="26423"/>
                      <a:pt x="1474851" y="59005"/>
                    </a:cubicBezTo>
                    <a:lnTo>
                      <a:pt x="1474851" y="59005"/>
                    </a:lnTo>
                    <a:cubicBezTo>
                      <a:pt x="1474851" y="91554"/>
                      <a:pt x="1448428" y="118010"/>
                      <a:pt x="1415862" y="118010"/>
                    </a:cubicBezTo>
                    <a:lnTo>
                      <a:pt x="1415862" y="118010"/>
                    </a:lnTo>
                    <a:cubicBezTo>
                      <a:pt x="1383279" y="118010"/>
                      <a:pt x="1356857" y="91554"/>
                      <a:pt x="1356857" y="59005"/>
                    </a:cubicBezTo>
                    <a:lnTo>
                      <a:pt x="1356857" y="59005"/>
                    </a:lnTo>
                    <a:cubicBezTo>
                      <a:pt x="1356857" y="26423"/>
                      <a:pt x="1383296" y="0"/>
                      <a:pt x="1415862" y="0"/>
                    </a:cubicBezTo>
                    <a:close/>
                    <a:moveTo>
                      <a:pt x="1755246" y="0"/>
                    </a:moveTo>
                    <a:cubicBezTo>
                      <a:pt x="1787828" y="0"/>
                      <a:pt x="1814251" y="26423"/>
                      <a:pt x="1814251" y="59005"/>
                    </a:cubicBezTo>
                    <a:lnTo>
                      <a:pt x="1814251" y="59005"/>
                    </a:lnTo>
                    <a:cubicBezTo>
                      <a:pt x="1814251" y="91554"/>
                      <a:pt x="1787812" y="118010"/>
                      <a:pt x="1755246" y="118010"/>
                    </a:cubicBezTo>
                    <a:lnTo>
                      <a:pt x="1755246" y="118010"/>
                    </a:lnTo>
                    <a:cubicBezTo>
                      <a:pt x="1722679" y="118010"/>
                      <a:pt x="1696257" y="91554"/>
                      <a:pt x="1696257" y="59005"/>
                    </a:cubicBezTo>
                    <a:lnTo>
                      <a:pt x="1696257" y="59005"/>
                    </a:lnTo>
                    <a:cubicBezTo>
                      <a:pt x="1696257" y="26423"/>
                      <a:pt x="1722679" y="0"/>
                      <a:pt x="1755246" y="0"/>
                    </a:cubicBezTo>
                    <a:close/>
                    <a:moveTo>
                      <a:pt x="2094414" y="0"/>
                    </a:moveTo>
                    <a:cubicBezTo>
                      <a:pt x="2126981" y="0"/>
                      <a:pt x="2153419" y="26423"/>
                      <a:pt x="2153419" y="59005"/>
                    </a:cubicBezTo>
                    <a:lnTo>
                      <a:pt x="2153419" y="59005"/>
                    </a:lnTo>
                    <a:cubicBezTo>
                      <a:pt x="2153419" y="91554"/>
                      <a:pt x="2126964" y="118010"/>
                      <a:pt x="2094414" y="118010"/>
                    </a:cubicBezTo>
                    <a:lnTo>
                      <a:pt x="2094414" y="118010"/>
                    </a:lnTo>
                    <a:cubicBezTo>
                      <a:pt x="2061848" y="118010"/>
                      <a:pt x="2035409" y="91554"/>
                      <a:pt x="2035409" y="59005"/>
                    </a:cubicBezTo>
                    <a:lnTo>
                      <a:pt x="2035409" y="59005"/>
                    </a:lnTo>
                    <a:cubicBezTo>
                      <a:pt x="2035409" y="26423"/>
                      <a:pt x="2061848" y="0"/>
                      <a:pt x="2094414" y="0"/>
                    </a:cubicBezTo>
                    <a:close/>
                    <a:moveTo>
                      <a:pt x="2433583" y="0"/>
                    </a:moveTo>
                    <a:cubicBezTo>
                      <a:pt x="2466347" y="0"/>
                      <a:pt x="2492572" y="26423"/>
                      <a:pt x="2492572" y="59005"/>
                    </a:cubicBezTo>
                    <a:lnTo>
                      <a:pt x="2492572" y="59005"/>
                    </a:lnTo>
                    <a:cubicBezTo>
                      <a:pt x="2492572" y="91554"/>
                      <a:pt x="2466347" y="118010"/>
                      <a:pt x="2433583" y="118010"/>
                    </a:cubicBezTo>
                    <a:lnTo>
                      <a:pt x="2433583" y="118010"/>
                    </a:lnTo>
                    <a:cubicBezTo>
                      <a:pt x="2401000" y="118010"/>
                      <a:pt x="2374561" y="91554"/>
                      <a:pt x="2374561" y="59005"/>
                    </a:cubicBezTo>
                    <a:lnTo>
                      <a:pt x="2374561" y="59005"/>
                    </a:lnTo>
                    <a:cubicBezTo>
                      <a:pt x="2374561" y="26423"/>
                      <a:pt x="2401017" y="0"/>
                      <a:pt x="24335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E7927E96-9DD4-E398-5C81-4BECC44F3547}"/>
                  </a:ext>
                </a:extLst>
              </p:cNvPr>
              <p:cNvGrpSpPr/>
              <p:nvPr/>
            </p:nvGrpSpPr>
            <p:grpSpPr>
              <a:xfrm>
                <a:off x="9432168" y="2966587"/>
                <a:ext cx="2535257" cy="142084"/>
                <a:chOff x="9432168" y="2966587"/>
                <a:chExt cx="2535257" cy="142084"/>
              </a:xfrm>
              <a:solidFill>
                <a:srgbClr val="FFFFFF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A0265E9-CC77-DDA7-6D00-B28918A90BE3}"/>
                    </a:ext>
                  </a:extLst>
                </p:cNvPr>
                <p:cNvSpPr/>
                <p:nvPr/>
              </p:nvSpPr>
              <p:spPr>
                <a:xfrm>
                  <a:off x="9771567" y="2966587"/>
                  <a:ext cx="2153418" cy="117993"/>
                </a:xfrm>
                <a:custGeom>
                  <a:avLst/>
                  <a:gdLst>
                    <a:gd name="connsiteX0" fmla="*/ 58989 w 2153418"/>
                    <a:gd name="connsiteY0" fmla="*/ 0 h 117993"/>
                    <a:gd name="connsiteX1" fmla="*/ 117994 w 2153418"/>
                    <a:gd name="connsiteY1" fmla="*/ 58988 h 117993"/>
                    <a:gd name="connsiteX2" fmla="*/ 117994 w 2153418"/>
                    <a:gd name="connsiteY2" fmla="*/ 58988 h 117993"/>
                    <a:gd name="connsiteX3" fmla="*/ 58989 w 2153418"/>
                    <a:gd name="connsiteY3" fmla="*/ 117993 h 117993"/>
                    <a:gd name="connsiteX4" fmla="*/ 58989 w 2153418"/>
                    <a:gd name="connsiteY4" fmla="*/ 117993 h 117993"/>
                    <a:gd name="connsiteX5" fmla="*/ 0 w 2153418"/>
                    <a:gd name="connsiteY5" fmla="*/ 58988 h 117993"/>
                    <a:gd name="connsiteX6" fmla="*/ 0 w 2153418"/>
                    <a:gd name="connsiteY6" fmla="*/ 58988 h 117993"/>
                    <a:gd name="connsiteX7" fmla="*/ 58989 w 2153418"/>
                    <a:gd name="connsiteY7" fmla="*/ 0 h 117993"/>
                    <a:gd name="connsiteX8" fmla="*/ 398158 w 2153418"/>
                    <a:gd name="connsiteY8" fmla="*/ 0 h 117993"/>
                    <a:gd name="connsiteX9" fmla="*/ 457163 w 2153418"/>
                    <a:gd name="connsiteY9" fmla="*/ 58988 h 117993"/>
                    <a:gd name="connsiteX10" fmla="*/ 457163 w 2153418"/>
                    <a:gd name="connsiteY10" fmla="*/ 58988 h 117993"/>
                    <a:gd name="connsiteX11" fmla="*/ 398158 w 2153418"/>
                    <a:gd name="connsiteY11" fmla="*/ 117993 h 117993"/>
                    <a:gd name="connsiteX12" fmla="*/ 398158 w 2153418"/>
                    <a:gd name="connsiteY12" fmla="*/ 117993 h 117993"/>
                    <a:gd name="connsiteX13" fmla="*/ 339153 w 2153418"/>
                    <a:gd name="connsiteY13" fmla="*/ 58988 h 117993"/>
                    <a:gd name="connsiteX14" fmla="*/ 339153 w 2153418"/>
                    <a:gd name="connsiteY14" fmla="*/ 58988 h 117993"/>
                    <a:gd name="connsiteX15" fmla="*/ 398158 w 2153418"/>
                    <a:gd name="connsiteY15" fmla="*/ 0 h 117993"/>
                    <a:gd name="connsiteX16" fmla="*/ 737558 w 2153418"/>
                    <a:gd name="connsiteY16" fmla="*/ 0 h 117993"/>
                    <a:gd name="connsiteX17" fmla="*/ 796331 w 2153418"/>
                    <a:gd name="connsiteY17" fmla="*/ 58988 h 117993"/>
                    <a:gd name="connsiteX18" fmla="*/ 796331 w 2153418"/>
                    <a:gd name="connsiteY18" fmla="*/ 58988 h 117993"/>
                    <a:gd name="connsiteX19" fmla="*/ 737558 w 2153418"/>
                    <a:gd name="connsiteY19" fmla="*/ 117993 h 117993"/>
                    <a:gd name="connsiteX20" fmla="*/ 737558 w 2153418"/>
                    <a:gd name="connsiteY20" fmla="*/ 117993 h 117993"/>
                    <a:gd name="connsiteX21" fmla="*/ 678536 w 2153418"/>
                    <a:gd name="connsiteY21" fmla="*/ 58988 h 117993"/>
                    <a:gd name="connsiteX22" fmla="*/ 678536 w 2153418"/>
                    <a:gd name="connsiteY22" fmla="*/ 58988 h 117993"/>
                    <a:gd name="connsiteX23" fmla="*/ 737558 w 2153418"/>
                    <a:gd name="connsiteY23" fmla="*/ 0 h 117993"/>
                    <a:gd name="connsiteX24" fmla="*/ 1076710 w 2153418"/>
                    <a:gd name="connsiteY24" fmla="*/ 0 h 117993"/>
                    <a:gd name="connsiteX25" fmla="*/ 1135699 w 2153418"/>
                    <a:gd name="connsiteY25" fmla="*/ 58988 h 117993"/>
                    <a:gd name="connsiteX26" fmla="*/ 1135699 w 2153418"/>
                    <a:gd name="connsiteY26" fmla="*/ 58988 h 117993"/>
                    <a:gd name="connsiteX27" fmla="*/ 1076710 w 2153418"/>
                    <a:gd name="connsiteY27" fmla="*/ 117993 h 117993"/>
                    <a:gd name="connsiteX28" fmla="*/ 1076710 w 2153418"/>
                    <a:gd name="connsiteY28" fmla="*/ 117993 h 117993"/>
                    <a:gd name="connsiteX29" fmla="*/ 1017705 w 2153418"/>
                    <a:gd name="connsiteY29" fmla="*/ 58988 h 117993"/>
                    <a:gd name="connsiteX30" fmla="*/ 1017705 w 2153418"/>
                    <a:gd name="connsiteY30" fmla="*/ 58988 h 117993"/>
                    <a:gd name="connsiteX31" fmla="*/ 1076710 w 2153418"/>
                    <a:gd name="connsiteY31" fmla="*/ 0 h 117993"/>
                    <a:gd name="connsiteX32" fmla="*/ 1415862 w 2153418"/>
                    <a:gd name="connsiteY32" fmla="*/ 0 h 117993"/>
                    <a:gd name="connsiteX33" fmla="*/ 1474851 w 2153418"/>
                    <a:gd name="connsiteY33" fmla="*/ 58988 h 117993"/>
                    <a:gd name="connsiteX34" fmla="*/ 1474851 w 2153418"/>
                    <a:gd name="connsiteY34" fmla="*/ 58988 h 117993"/>
                    <a:gd name="connsiteX35" fmla="*/ 1415862 w 2153418"/>
                    <a:gd name="connsiteY35" fmla="*/ 117993 h 117993"/>
                    <a:gd name="connsiteX36" fmla="*/ 1415862 w 2153418"/>
                    <a:gd name="connsiteY36" fmla="*/ 117993 h 117993"/>
                    <a:gd name="connsiteX37" fmla="*/ 1356857 w 2153418"/>
                    <a:gd name="connsiteY37" fmla="*/ 58988 h 117993"/>
                    <a:gd name="connsiteX38" fmla="*/ 1356857 w 2153418"/>
                    <a:gd name="connsiteY38" fmla="*/ 58988 h 117993"/>
                    <a:gd name="connsiteX39" fmla="*/ 1415862 w 2153418"/>
                    <a:gd name="connsiteY39" fmla="*/ 0 h 117993"/>
                    <a:gd name="connsiteX40" fmla="*/ 1755246 w 2153418"/>
                    <a:gd name="connsiteY40" fmla="*/ 0 h 117993"/>
                    <a:gd name="connsiteX41" fmla="*/ 1814251 w 2153418"/>
                    <a:gd name="connsiteY41" fmla="*/ 58988 h 117993"/>
                    <a:gd name="connsiteX42" fmla="*/ 1814251 w 2153418"/>
                    <a:gd name="connsiteY42" fmla="*/ 58988 h 117993"/>
                    <a:gd name="connsiteX43" fmla="*/ 1755246 w 2153418"/>
                    <a:gd name="connsiteY43" fmla="*/ 117993 h 117993"/>
                    <a:gd name="connsiteX44" fmla="*/ 1755246 w 2153418"/>
                    <a:gd name="connsiteY44" fmla="*/ 117993 h 117993"/>
                    <a:gd name="connsiteX45" fmla="*/ 1696257 w 2153418"/>
                    <a:gd name="connsiteY45" fmla="*/ 58988 h 117993"/>
                    <a:gd name="connsiteX46" fmla="*/ 1696257 w 2153418"/>
                    <a:gd name="connsiteY46" fmla="*/ 58988 h 117993"/>
                    <a:gd name="connsiteX47" fmla="*/ 1755246 w 2153418"/>
                    <a:gd name="connsiteY47" fmla="*/ 0 h 117993"/>
                    <a:gd name="connsiteX48" fmla="*/ 2094414 w 2153418"/>
                    <a:gd name="connsiteY48" fmla="*/ 0 h 117993"/>
                    <a:gd name="connsiteX49" fmla="*/ 2153419 w 2153418"/>
                    <a:gd name="connsiteY49" fmla="*/ 58988 h 117993"/>
                    <a:gd name="connsiteX50" fmla="*/ 2153419 w 2153418"/>
                    <a:gd name="connsiteY50" fmla="*/ 58988 h 117993"/>
                    <a:gd name="connsiteX51" fmla="*/ 2094414 w 2153418"/>
                    <a:gd name="connsiteY51" fmla="*/ 117993 h 117993"/>
                    <a:gd name="connsiteX52" fmla="*/ 2094414 w 2153418"/>
                    <a:gd name="connsiteY52" fmla="*/ 117993 h 117993"/>
                    <a:gd name="connsiteX53" fmla="*/ 2035409 w 2153418"/>
                    <a:gd name="connsiteY53" fmla="*/ 58988 h 117993"/>
                    <a:gd name="connsiteX54" fmla="*/ 2035409 w 2153418"/>
                    <a:gd name="connsiteY54" fmla="*/ 58988 h 117993"/>
                    <a:gd name="connsiteX55" fmla="*/ 2094414 w 2153418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418" h="117993">
                      <a:moveTo>
                        <a:pt x="58989" y="0"/>
                      </a:moveTo>
                      <a:cubicBezTo>
                        <a:pt x="91572" y="0"/>
                        <a:pt x="117994" y="26423"/>
                        <a:pt x="117994" y="58988"/>
                      </a:cubicBezTo>
                      <a:lnTo>
                        <a:pt x="117994" y="58988"/>
                      </a:lnTo>
                      <a:cubicBezTo>
                        <a:pt x="117994" y="91538"/>
                        <a:pt x="91572" y="117993"/>
                        <a:pt x="58989" y="117993"/>
                      </a:cubicBezTo>
                      <a:lnTo>
                        <a:pt x="58989" y="117993"/>
                      </a:lnTo>
                      <a:cubicBezTo>
                        <a:pt x="26423" y="117993"/>
                        <a:pt x="0" y="91521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06"/>
                        <a:pt x="26439" y="0"/>
                        <a:pt x="58989" y="0"/>
                      </a:cubicBezTo>
                      <a:close/>
                      <a:moveTo>
                        <a:pt x="398158" y="0"/>
                      </a:moveTo>
                      <a:cubicBezTo>
                        <a:pt x="430724" y="0"/>
                        <a:pt x="457163" y="26423"/>
                        <a:pt x="457163" y="58988"/>
                      </a:cubicBezTo>
                      <a:lnTo>
                        <a:pt x="457163" y="58988"/>
                      </a:lnTo>
                      <a:cubicBezTo>
                        <a:pt x="457163" y="91538"/>
                        <a:pt x="430708" y="117993"/>
                        <a:pt x="398158" y="117993"/>
                      </a:cubicBezTo>
                      <a:lnTo>
                        <a:pt x="398158" y="117993"/>
                      </a:lnTo>
                      <a:cubicBezTo>
                        <a:pt x="365591" y="117993"/>
                        <a:pt x="339153" y="91521"/>
                        <a:pt x="339153" y="58988"/>
                      </a:cubicBezTo>
                      <a:lnTo>
                        <a:pt x="339153" y="58988"/>
                      </a:lnTo>
                      <a:cubicBezTo>
                        <a:pt x="339153" y="26406"/>
                        <a:pt x="365609" y="0"/>
                        <a:pt x="398158" y="0"/>
                      </a:cubicBezTo>
                      <a:close/>
                      <a:moveTo>
                        <a:pt x="737558" y="0"/>
                      </a:moveTo>
                      <a:cubicBezTo>
                        <a:pt x="770124" y="0"/>
                        <a:pt x="796331" y="26423"/>
                        <a:pt x="796331" y="58988"/>
                      </a:cubicBezTo>
                      <a:lnTo>
                        <a:pt x="796331" y="58988"/>
                      </a:lnTo>
                      <a:cubicBezTo>
                        <a:pt x="796331" y="91538"/>
                        <a:pt x="770124" y="117993"/>
                        <a:pt x="737558" y="117993"/>
                      </a:cubicBezTo>
                      <a:lnTo>
                        <a:pt x="737558" y="117993"/>
                      </a:lnTo>
                      <a:cubicBezTo>
                        <a:pt x="704975" y="117993"/>
                        <a:pt x="678536" y="91521"/>
                        <a:pt x="678536" y="58988"/>
                      </a:cubicBezTo>
                      <a:lnTo>
                        <a:pt x="678536" y="58988"/>
                      </a:lnTo>
                      <a:cubicBezTo>
                        <a:pt x="678536" y="26406"/>
                        <a:pt x="704975" y="0"/>
                        <a:pt x="737558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699" y="26423"/>
                        <a:pt x="1135699" y="58988"/>
                      </a:cubicBezTo>
                      <a:lnTo>
                        <a:pt x="1135699" y="58988"/>
                      </a:lnTo>
                      <a:cubicBezTo>
                        <a:pt x="1135699" y="91538"/>
                        <a:pt x="1109260" y="117993"/>
                        <a:pt x="1076710" y="117993"/>
                      </a:cubicBezTo>
                      <a:lnTo>
                        <a:pt x="1076710" y="117993"/>
                      </a:lnTo>
                      <a:cubicBezTo>
                        <a:pt x="1044127" y="117993"/>
                        <a:pt x="1017705" y="91521"/>
                        <a:pt x="1017705" y="58988"/>
                      </a:cubicBezTo>
                      <a:lnTo>
                        <a:pt x="1017705" y="58988"/>
                      </a:lnTo>
                      <a:cubicBezTo>
                        <a:pt x="1017705" y="26406"/>
                        <a:pt x="1044144" y="0"/>
                        <a:pt x="1076710" y="0"/>
                      </a:cubicBezTo>
                      <a:close/>
                      <a:moveTo>
                        <a:pt x="1415862" y="0"/>
                      </a:moveTo>
                      <a:cubicBezTo>
                        <a:pt x="1448445" y="0"/>
                        <a:pt x="1474851" y="26423"/>
                        <a:pt x="1474851" y="58988"/>
                      </a:cubicBezTo>
                      <a:lnTo>
                        <a:pt x="1474851" y="58988"/>
                      </a:lnTo>
                      <a:cubicBezTo>
                        <a:pt x="1474851" y="91538"/>
                        <a:pt x="1448428" y="117993"/>
                        <a:pt x="1415862" y="117993"/>
                      </a:cubicBezTo>
                      <a:lnTo>
                        <a:pt x="1415862" y="117993"/>
                      </a:lnTo>
                      <a:cubicBezTo>
                        <a:pt x="1383279" y="117993"/>
                        <a:pt x="1356857" y="91521"/>
                        <a:pt x="1356857" y="58988"/>
                      </a:cubicBezTo>
                      <a:lnTo>
                        <a:pt x="1356857" y="58988"/>
                      </a:lnTo>
                      <a:cubicBezTo>
                        <a:pt x="1356857" y="26406"/>
                        <a:pt x="1383296" y="0"/>
                        <a:pt x="1415862" y="0"/>
                      </a:cubicBezTo>
                      <a:close/>
                      <a:moveTo>
                        <a:pt x="1755246" y="0"/>
                      </a:moveTo>
                      <a:cubicBezTo>
                        <a:pt x="1787828" y="0"/>
                        <a:pt x="1814251" y="26423"/>
                        <a:pt x="1814251" y="58988"/>
                      </a:cubicBezTo>
                      <a:lnTo>
                        <a:pt x="1814251" y="58988"/>
                      </a:lnTo>
                      <a:cubicBezTo>
                        <a:pt x="1814251" y="91538"/>
                        <a:pt x="1787812" y="117993"/>
                        <a:pt x="1755246" y="117993"/>
                      </a:cubicBezTo>
                      <a:lnTo>
                        <a:pt x="1755246" y="117993"/>
                      </a:lnTo>
                      <a:cubicBezTo>
                        <a:pt x="1722679" y="117993"/>
                        <a:pt x="1696257" y="91521"/>
                        <a:pt x="1696257" y="58988"/>
                      </a:cubicBezTo>
                      <a:lnTo>
                        <a:pt x="1696257" y="58988"/>
                      </a:lnTo>
                      <a:cubicBezTo>
                        <a:pt x="1696257" y="26406"/>
                        <a:pt x="1722679" y="0"/>
                        <a:pt x="1755246" y="0"/>
                      </a:cubicBezTo>
                      <a:close/>
                      <a:moveTo>
                        <a:pt x="2094414" y="0"/>
                      </a:moveTo>
                      <a:cubicBezTo>
                        <a:pt x="2126981" y="0"/>
                        <a:pt x="2153419" y="26423"/>
                        <a:pt x="2153419" y="58988"/>
                      </a:cubicBezTo>
                      <a:lnTo>
                        <a:pt x="2153419" y="58988"/>
                      </a:lnTo>
                      <a:cubicBezTo>
                        <a:pt x="2153419" y="91538"/>
                        <a:pt x="2126964" y="117993"/>
                        <a:pt x="2094414" y="117993"/>
                      </a:cubicBezTo>
                      <a:lnTo>
                        <a:pt x="2094414" y="117993"/>
                      </a:lnTo>
                      <a:cubicBezTo>
                        <a:pt x="2061848" y="117993"/>
                        <a:pt x="2035409" y="91521"/>
                        <a:pt x="2035409" y="58988"/>
                      </a:cubicBezTo>
                      <a:lnTo>
                        <a:pt x="2035409" y="58988"/>
                      </a:lnTo>
                      <a:cubicBezTo>
                        <a:pt x="2035409" y="26406"/>
                        <a:pt x="2061848" y="0"/>
                        <a:pt x="20944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C7E19DC8-BC16-2A9A-124C-90D69E3495B1}"/>
                    </a:ext>
                  </a:extLst>
                </p:cNvPr>
                <p:cNvSpPr/>
                <p:nvPr/>
              </p:nvSpPr>
              <p:spPr>
                <a:xfrm>
                  <a:off x="9432168" y="2966587"/>
                  <a:ext cx="117262" cy="118010"/>
                </a:xfrm>
                <a:custGeom>
                  <a:avLst/>
                  <a:gdLst>
                    <a:gd name="connsiteX0" fmla="*/ 0 w 117262"/>
                    <a:gd name="connsiteY0" fmla="*/ 58988 h 118010"/>
                    <a:gd name="connsiteX1" fmla="*/ 17472 w 117262"/>
                    <a:gd name="connsiteY1" fmla="*/ 17191 h 118010"/>
                    <a:gd name="connsiteX2" fmla="*/ 59021 w 117262"/>
                    <a:gd name="connsiteY2" fmla="*/ 0 h 118010"/>
                    <a:gd name="connsiteX3" fmla="*/ 100802 w 117262"/>
                    <a:gd name="connsiteY3" fmla="*/ 17191 h 118010"/>
                    <a:gd name="connsiteX4" fmla="*/ 100802 w 117262"/>
                    <a:gd name="connsiteY4" fmla="*/ 100769 h 118010"/>
                    <a:gd name="connsiteX5" fmla="*/ 59021 w 117262"/>
                    <a:gd name="connsiteY5" fmla="*/ 118010 h 118010"/>
                    <a:gd name="connsiteX6" fmla="*/ 17472 w 117262"/>
                    <a:gd name="connsiteY6" fmla="*/ 100769 h 118010"/>
                    <a:gd name="connsiteX7" fmla="*/ 0 w 117262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62" h="118010">
                      <a:moveTo>
                        <a:pt x="0" y="58988"/>
                      </a:moveTo>
                      <a:cubicBezTo>
                        <a:pt x="0" y="43416"/>
                        <a:pt x="6390" y="28305"/>
                        <a:pt x="17472" y="17191"/>
                      </a:cubicBezTo>
                      <a:cubicBezTo>
                        <a:pt x="28337" y="6358"/>
                        <a:pt x="43697" y="0"/>
                        <a:pt x="59021" y="0"/>
                      </a:cubicBezTo>
                      <a:cubicBezTo>
                        <a:pt x="74594" y="0"/>
                        <a:pt x="89952" y="6358"/>
                        <a:pt x="100802" y="17191"/>
                      </a:cubicBezTo>
                      <a:cubicBezTo>
                        <a:pt x="122750" y="39171"/>
                        <a:pt x="122750" y="78822"/>
                        <a:pt x="100802" y="100769"/>
                      </a:cubicBezTo>
                      <a:cubicBezTo>
                        <a:pt x="89952" y="111603"/>
                        <a:pt x="74594" y="118010"/>
                        <a:pt x="59021" y="118010"/>
                      </a:cubicBezTo>
                      <a:cubicBezTo>
                        <a:pt x="43697" y="118010"/>
                        <a:pt x="28355" y="111603"/>
                        <a:pt x="17472" y="100769"/>
                      </a:cubicBezTo>
                      <a:cubicBezTo>
                        <a:pt x="6390" y="89639"/>
                        <a:pt x="0" y="74578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31" name="Graphic 7">
                <a:extLst>
                  <a:ext uri="{FF2B5EF4-FFF2-40B4-BE49-F238E27FC236}">
                    <a16:creationId xmlns:a16="http://schemas.microsoft.com/office/drawing/2014/main" id="{8C61BBC9-6A38-4769-17D7-BFC93742C94A}"/>
                  </a:ext>
                </a:extLst>
              </p:cNvPr>
              <p:cNvGrpSpPr/>
              <p:nvPr/>
            </p:nvGrpSpPr>
            <p:grpSpPr>
              <a:xfrm>
                <a:off x="9432168" y="2724654"/>
                <a:ext cx="2190314" cy="142104"/>
                <a:chOff x="9432168" y="2724654"/>
                <a:chExt cx="2190314" cy="142104"/>
              </a:xfrm>
              <a:solidFill>
                <a:srgbClr val="FFFFFF"/>
              </a:solidFill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6DE1B32-45B8-513F-8EFA-99964F9772E6}"/>
                    </a:ext>
                  </a:extLst>
                </p:cNvPr>
                <p:cNvSpPr/>
                <p:nvPr/>
              </p:nvSpPr>
              <p:spPr>
                <a:xfrm>
                  <a:off x="9771567" y="2724654"/>
                  <a:ext cx="1814250" cy="118010"/>
                </a:xfrm>
                <a:custGeom>
                  <a:avLst/>
                  <a:gdLst>
                    <a:gd name="connsiteX0" fmla="*/ 58989 w 1814250"/>
                    <a:gd name="connsiteY0" fmla="*/ 0 h 118010"/>
                    <a:gd name="connsiteX1" fmla="*/ 117994 w 1814250"/>
                    <a:gd name="connsiteY1" fmla="*/ 59005 h 118010"/>
                    <a:gd name="connsiteX2" fmla="*/ 117994 w 1814250"/>
                    <a:gd name="connsiteY2" fmla="*/ 59005 h 118010"/>
                    <a:gd name="connsiteX3" fmla="*/ 58989 w 1814250"/>
                    <a:gd name="connsiteY3" fmla="*/ 118010 h 118010"/>
                    <a:gd name="connsiteX4" fmla="*/ 58989 w 1814250"/>
                    <a:gd name="connsiteY4" fmla="*/ 118010 h 118010"/>
                    <a:gd name="connsiteX5" fmla="*/ 0 w 1814250"/>
                    <a:gd name="connsiteY5" fmla="*/ 59005 h 118010"/>
                    <a:gd name="connsiteX6" fmla="*/ 0 w 1814250"/>
                    <a:gd name="connsiteY6" fmla="*/ 59005 h 118010"/>
                    <a:gd name="connsiteX7" fmla="*/ 58989 w 1814250"/>
                    <a:gd name="connsiteY7" fmla="*/ 0 h 118010"/>
                    <a:gd name="connsiteX8" fmla="*/ 398158 w 1814250"/>
                    <a:gd name="connsiteY8" fmla="*/ 0 h 118010"/>
                    <a:gd name="connsiteX9" fmla="*/ 457163 w 1814250"/>
                    <a:gd name="connsiteY9" fmla="*/ 59005 h 118010"/>
                    <a:gd name="connsiteX10" fmla="*/ 457163 w 1814250"/>
                    <a:gd name="connsiteY10" fmla="*/ 59005 h 118010"/>
                    <a:gd name="connsiteX11" fmla="*/ 398158 w 1814250"/>
                    <a:gd name="connsiteY11" fmla="*/ 118010 h 118010"/>
                    <a:gd name="connsiteX12" fmla="*/ 398158 w 1814250"/>
                    <a:gd name="connsiteY12" fmla="*/ 118010 h 118010"/>
                    <a:gd name="connsiteX13" fmla="*/ 339153 w 1814250"/>
                    <a:gd name="connsiteY13" fmla="*/ 59005 h 118010"/>
                    <a:gd name="connsiteX14" fmla="*/ 339153 w 1814250"/>
                    <a:gd name="connsiteY14" fmla="*/ 59005 h 118010"/>
                    <a:gd name="connsiteX15" fmla="*/ 398158 w 1814250"/>
                    <a:gd name="connsiteY15" fmla="*/ 0 h 118010"/>
                    <a:gd name="connsiteX16" fmla="*/ 737558 w 1814250"/>
                    <a:gd name="connsiteY16" fmla="*/ 0 h 118010"/>
                    <a:gd name="connsiteX17" fmla="*/ 796331 w 1814250"/>
                    <a:gd name="connsiteY17" fmla="*/ 59005 h 118010"/>
                    <a:gd name="connsiteX18" fmla="*/ 796331 w 1814250"/>
                    <a:gd name="connsiteY18" fmla="*/ 59005 h 118010"/>
                    <a:gd name="connsiteX19" fmla="*/ 737558 w 1814250"/>
                    <a:gd name="connsiteY19" fmla="*/ 118010 h 118010"/>
                    <a:gd name="connsiteX20" fmla="*/ 737558 w 1814250"/>
                    <a:gd name="connsiteY20" fmla="*/ 118010 h 118010"/>
                    <a:gd name="connsiteX21" fmla="*/ 678536 w 1814250"/>
                    <a:gd name="connsiteY21" fmla="*/ 59005 h 118010"/>
                    <a:gd name="connsiteX22" fmla="*/ 678536 w 1814250"/>
                    <a:gd name="connsiteY22" fmla="*/ 59005 h 118010"/>
                    <a:gd name="connsiteX23" fmla="*/ 737558 w 1814250"/>
                    <a:gd name="connsiteY23" fmla="*/ 0 h 118010"/>
                    <a:gd name="connsiteX24" fmla="*/ 1076710 w 1814250"/>
                    <a:gd name="connsiteY24" fmla="*/ 0 h 118010"/>
                    <a:gd name="connsiteX25" fmla="*/ 1135699 w 1814250"/>
                    <a:gd name="connsiteY25" fmla="*/ 59005 h 118010"/>
                    <a:gd name="connsiteX26" fmla="*/ 1135699 w 1814250"/>
                    <a:gd name="connsiteY26" fmla="*/ 59005 h 118010"/>
                    <a:gd name="connsiteX27" fmla="*/ 1076710 w 1814250"/>
                    <a:gd name="connsiteY27" fmla="*/ 118010 h 118010"/>
                    <a:gd name="connsiteX28" fmla="*/ 1076710 w 1814250"/>
                    <a:gd name="connsiteY28" fmla="*/ 118010 h 118010"/>
                    <a:gd name="connsiteX29" fmla="*/ 1017705 w 1814250"/>
                    <a:gd name="connsiteY29" fmla="*/ 59005 h 118010"/>
                    <a:gd name="connsiteX30" fmla="*/ 1017705 w 1814250"/>
                    <a:gd name="connsiteY30" fmla="*/ 59005 h 118010"/>
                    <a:gd name="connsiteX31" fmla="*/ 1076710 w 1814250"/>
                    <a:gd name="connsiteY31" fmla="*/ 0 h 118010"/>
                    <a:gd name="connsiteX32" fmla="*/ 1415862 w 1814250"/>
                    <a:gd name="connsiteY32" fmla="*/ 0 h 118010"/>
                    <a:gd name="connsiteX33" fmla="*/ 1474851 w 1814250"/>
                    <a:gd name="connsiteY33" fmla="*/ 59005 h 118010"/>
                    <a:gd name="connsiteX34" fmla="*/ 1474851 w 1814250"/>
                    <a:gd name="connsiteY34" fmla="*/ 59005 h 118010"/>
                    <a:gd name="connsiteX35" fmla="*/ 1415862 w 1814250"/>
                    <a:gd name="connsiteY35" fmla="*/ 118010 h 118010"/>
                    <a:gd name="connsiteX36" fmla="*/ 1415862 w 1814250"/>
                    <a:gd name="connsiteY36" fmla="*/ 118010 h 118010"/>
                    <a:gd name="connsiteX37" fmla="*/ 1356857 w 1814250"/>
                    <a:gd name="connsiteY37" fmla="*/ 59005 h 118010"/>
                    <a:gd name="connsiteX38" fmla="*/ 1356857 w 1814250"/>
                    <a:gd name="connsiteY38" fmla="*/ 59005 h 118010"/>
                    <a:gd name="connsiteX39" fmla="*/ 1415862 w 1814250"/>
                    <a:gd name="connsiteY39" fmla="*/ 0 h 118010"/>
                    <a:gd name="connsiteX40" fmla="*/ 1755246 w 1814250"/>
                    <a:gd name="connsiteY40" fmla="*/ 0 h 118010"/>
                    <a:gd name="connsiteX41" fmla="*/ 1814251 w 1814250"/>
                    <a:gd name="connsiteY41" fmla="*/ 59005 h 118010"/>
                    <a:gd name="connsiteX42" fmla="*/ 1814251 w 1814250"/>
                    <a:gd name="connsiteY42" fmla="*/ 59005 h 118010"/>
                    <a:gd name="connsiteX43" fmla="*/ 1755246 w 1814250"/>
                    <a:gd name="connsiteY43" fmla="*/ 118010 h 118010"/>
                    <a:gd name="connsiteX44" fmla="*/ 1755246 w 1814250"/>
                    <a:gd name="connsiteY44" fmla="*/ 118010 h 118010"/>
                    <a:gd name="connsiteX45" fmla="*/ 1696257 w 1814250"/>
                    <a:gd name="connsiteY45" fmla="*/ 59005 h 118010"/>
                    <a:gd name="connsiteX46" fmla="*/ 1696257 w 1814250"/>
                    <a:gd name="connsiteY46" fmla="*/ 59005 h 118010"/>
                    <a:gd name="connsiteX47" fmla="*/ 1755246 w 1814250"/>
                    <a:gd name="connsiteY47" fmla="*/ 0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1814250" h="118010">
                      <a:moveTo>
                        <a:pt x="58989" y="0"/>
                      </a:moveTo>
                      <a:cubicBezTo>
                        <a:pt x="91572" y="0"/>
                        <a:pt x="117994" y="26423"/>
                        <a:pt x="117994" y="59005"/>
                      </a:cubicBezTo>
                      <a:lnTo>
                        <a:pt x="117994" y="59005"/>
                      </a:lnTo>
                      <a:cubicBezTo>
                        <a:pt x="117994" y="91555"/>
                        <a:pt x="91572" y="118010"/>
                        <a:pt x="58989" y="118010"/>
                      </a:cubicBezTo>
                      <a:lnTo>
                        <a:pt x="58989" y="118010"/>
                      </a:lnTo>
                      <a:cubicBezTo>
                        <a:pt x="26423" y="118010"/>
                        <a:pt x="0" y="91555"/>
                        <a:pt x="0" y="59005"/>
                      </a:cubicBezTo>
                      <a:lnTo>
                        <a:pt x="0" y="59005"/>
                      </a:lnTo>
                      <a:cubicBezTo>
                        <a:pt x="0" y="26423"/>
                        <a:pt x="26439" y="0"/>
                        <a:pt x="58989" y="0"/>
                      </a:cubicBezTo>
                      <a:close/>
                      <a:moveTo>
                        <a:pt x="398158" y="0"/>
                      </a:moveTo>
                      <a:cubicBezTo>
                        <a:pt x="430724" y="0"/>
                        <a:pt x="457163" y="26423"/>
                        <a:pt x="457163" y="59005"/>
                      </a:cubicBezTo>
                      <a:lnTo>
                        <a:pt x="457163" y="59005"/>
                      </a:lnTo>
                      <a:cubicBezTo>
                        <a:pt x="457163" y="91555"/>
                        <a:pt x="430708" y="118010"/>
                        <a:pt x="398158" y="118010"/>
                      </a:cubicBezTo>
                      <a:lnTo>
                        <a:pt x="398158" y="118010"/>
                      </a:lnTo>
                      <a:cubicBezTo>
                        <a:pt x="365591" y="118010"/>
                        <a:pt x="339153" y="91555"/>
                        <a:pt x="339153" y="59005"/>
                      </a:cubicBezTo>
                      <a:lnTo>
                        <a:pt x="339153" y="59005"/>
                      </a:lnTo>
                      <a:cubicBezTo>
                        <a:pt x="339153" y="26423"/>
                        <a:pt x="365609" y="0"/>
                        <a:pt x="398158" y="0"/>
                      </a:cubicBezTo>
                      <a:close/>
                      <a:moveTo>
                        <a:pt x="737558" y="0"/>
                      </a:moveTo>
                      <a:cubicBezTo>
                        <a:pt x="770124" y="0"/>
                        <a:pt x="796331" y="26423"/>
                        <a:pt x="796331" y="59005"/>
                      </a:cubicBezTo>
                      <a:lnTo>
                        <a:pt x="796331" y="59005"/>
                      </a:lnTo>
                      <a:cubicBezTo>
                        <a:pt x="796331" y="91555"/>
                        <a:pt x="770124" y="118010"/>
                        <a:pt x="737558" y="118010"/>
                      </a:cubicBezTo>
                      <a:lnTo>
                        <a:pt x="737558" y="118010"/>
                      </a:lnTo>
                      <a:cubicBezTo>
                        <a:pt x="704975" y="118010"/>
                        <a:pt x="678536" y="91555"/>
                        <a:pt x="678536" y="59005"/>
                      </a:cubicBezTo>
                      <a:lnTo>
                        <a:pt x="678536" y="59005"/>
                      </a:lnTo>
                      <a:cubicBezTo>
                        <a:pt x="678536" y="26423"/>
                        <a:pt x="704975" y="0"/>
                        <a:pt x="737558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699" y="26423"/>
                        <a:pt x="1135699" y="59005"/>
                      </a:cubicBezTo>
                      <a:lnTo>
                        <a:pt x="1135699" y="59005"/>
                      </a:lnTo>
                      <a:cubicBezTo>
                        <a:pt x="1135699" y="91555"/>
                        <a:pt x="1109260" y="118010"/>
                        <a:pt x="1076710" y="118010"/>
                      </a:cubicBezTo>
                      <a:lnTo>
                        <a:pt x="1076710" y="118010"/>
                      </a:lnTo>
                      <a:cubicBezTo>
                        <a:pt x="1044127" y="118010"/>
                        <a:pt x="1017705" y="91555"/>
                        <a:pt x="1017705" y="59005"/>
                      </a:cubicBezTo>
                      <a:lnTo>
                        <a:pt x="1017705" y="59005"/>
                      </a:lnTo>
                      <a:cubicBezTo>
                        <a:pt x="1017705" y="26423"/>
                        <a:pt x="1044144" y="0"/>
                        <a:pt x="1076710" y="0"/>
                      </a:cubicBezTo>
                      <a:close/>
                      <a:moveTo>
                        <a:pt x="1415862" y="0"/>
                      </a:moveTo>
                      <a:cubicBezTo>
                        <a:pt x="1448445" y="0"/>
                        <a:pt x="1474851" y="26423"/>
                        <a:pt x="1474851" y="59005"/>
                      </a:cubicBezTo>
                      <a:lnTo>
                        <a:pt x="1474851" y="59005"/>
                      </a:lnTo>
                      <a:cubicBezTo>
                        <a:pt x="1474851" y="91555"/>
                        <a:pt x="1448428" y="118010"/>
                        <a:pt x="1415862" y="118010"/>
                      </a:cubicBezTo>
                      <a:lnTo>
                        <a:pt x="1415862" y="118010"/>
                      </a:lnTo>
                      <a:cubicBezTo>
                        <a:pt x="1383279" y="118010"/>
                        <a:pt x="1356857" y="91555"/>
                        <a:pt x="1356857" y="59005"/>
                      </a:cubicBezTo>
                      <a:lnTo>
                        <a:pt x="1356857" y="59005"/>
                      </a:lnTo>
                      <a:cubicBezTo>
                        <a:pt x="1356857" y="26423"/>
                        <a:pt x="1383296" y="0"/>
                        <a:pt x="1415862" y="0"/>
                      </a:cubicBezTo>
                      <a:close/>
                      <a:moveTo>
                        <a:pt x="1755246" y="0"/>
                      </a:moveTo>
                      <a:cubicBezTo>
                        <a:pt x="1787828" y="0"/>
                        <a:pt x="1814251" y="26423"/>
                        <a:pt x="1814251" y="59005"/>
                      </a:cubicBezTo>
                      <a:lnTo>
                        <a:pt x="1814251" y="59005"/>
                      </a:lnTo>
                      <a:cubicBezTo>
                        <a:pt x="1814251" y="91555"/>
                        <a:pt x="1787812" y="118010"/>
                        <a:pt x="1755246" y="118010"/>
                      </a:cubicBezTo>
                      <a:lnTo>
                        <a:pt x="1755246" y="118010"/>
                      </a:lnTo>
                      <a:cubicBezTo>
                        <a:pt x="1722679" y="118010"/>
                        <a:pt x="1696257" y="91555"/>
                        <a:pt x="1696257" y="59005"/>
                      </a:cubicBezTo>
                      <a:lnTo>
                        <a:pt x="1696257" y="59005"/>
                      </a:lnTo>
                      <a:cubicBezTo>
                        <a:pt x="1696257" y="26423"/>
                        <a:pt x="1722679" y="0"/>
                        <a:pt x="175524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2BE5464-C5ED-219F-D2C9-B2D68B8D5CF6}"/>
                    </a:ext>
                  </a:extLst>
                </p:cNvPr>
                <p:cNvSpPr/>
                <p:nvPr/>
              </p:nvSpPr>
              <p:spPr>
                <a:xfrm>
                  <a:off x="9432168" y="2724671"/>
                  <a:ext cx="117262" cy="118010"/>
                </a:xfrm>
                <a:custGeom>
                  <a:avLst/>
                  <a:gdLst>
                    <a:gd name="connsiteX0" fmla="*/ 0 w 117262"/>
                    <a:gd name="connsiteY0" fmla="*/ 59005 h 118010"/>
                    <a:gd name="connsiteX1" fmla="*/ 17472 w 117262"/>
                    <a:gd name="connsiteY1" fmla="*/ 17191 h 118010"/>
                    <a:gd name="connsiteX2" fmla="*/ 59021 w 117262"/>
                    <a:gd name="connsiteY2" fmla="*/ 0 h 118010"/>
                    <a:gd name="connsiteX3" fmla="*/ 100802 w 117262"/>
                    <a:gd name="connsiteY3" fmla="*/ 17191 h 118010"/>
                    <a:gd name="connsiteX4" fmla="*/ 100802 w 117262"/>
                    <a:gd name="connsiteY4" fmla="*/ 100769 h 118010"/>
                    <a:gd name="connsiteX5" fmla="*/ 59021 w 117262"/>
                    <a:gd name="connsiteY5" fmla="*/ 118010 h 118010"/>
                    <a:gd name="connsiteX6" fmla="*/ 17472 w 117262"/>
                    <a:gd name="connsiteY6" fmla="*/ 100769 h 118010"/>
                    <a:gd name="connsiteX7" fmla="*/ 0 w 117262"/>
                    <a:gd name="connsiteY7" fmla="*/ 59005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62" h="118010">
                      <a:moveTo>
                        <a:pt x="0" y="59005"/>
                      </a:moveTo>
                      <a:cubicBezTo>
                        <a:pt x="0" y="43432"/>
                        <a:pt x="6390" y="28305"/>
                        <a:pt x="17472" y="17191"/>
                      </a:cubicBezTo>
                      <a:cubicBezTo>
                        <a:pt x="28337" y="6374"/>
                        <a:pt x="43697" y="0"/>
                        <a:pt x="59021" y="0"/>
                      </a:cubicBezTo>
                      <a:cubicBezTo>
                        <a:pt x="74594" y="0"/>
                        <a:pt x="89952" y="6374"/>
                        <a:pt x="100802" y="17191"/>
                      </a:cubicBezTo>
                      <a:cubicBezTo>
                        <a:pt x="122750" y="39188"/>
                        <a:pt x="122750" y="78822"/>
                        <a:pt x="100802" y="100769"/>
                      </a:cubicBezTo>
                      <a:cubicBezTo>
                        <a:pt x="89952" y="111586"/>
                        <a:pt x="74594" y="118010"/>
                        <a:pt x="59021" y="118010"/>
                      </a:cubicBezTo>
                      <a:cubicBezTo>
                        <a:pt x="43697" y="118010"/>
                        <a:pt x="28355" y="111586"/>
                        <a:pt x="17472" y="100769"/>
                      </a:cubicBezTo>
                      <a:cubicBezTo>
                        <a:pt x="6390" y="89655"/>
                        <a:pt x="0" y="74578"/>
                        <a:pt x="0" y="59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</p:grpSp>
      <p:grpSp>
        <p:nvGrpSpPr>
          <p:cNvPr id="35" name="Graphic 7">
            <a:extLst>
              <a:ext uri="{FF2B5EF4-FFF2-40B4-BE49-F238E27FC236}">
                <a16:creationId xmlns:a16="http://schemas.microsoft.com/office/drawing/2014/main" id="{07AE2EB4-6319-2B5B-FA75-5C94B2BE3A23}"/>
              </a:ext>
            </a:extLst>
          </p:cNvPr>
          <p:cNvGrpSpPr/>
          <p:nvPr/>
        </p:nvGrpSpPr>
        <p:grpSpPr>
          <a:xfrm>
            <a:off x="459021" y="455320"/>
            <a:ext cx="12514041" cy="7763975"/>
            <a:chOff x="-4772521" y="-1017321"/>
            <a:chExt cx="18117902" cy="10565314"/>
          </a:xfrm>
        </p:grpSpPr>
        <p:grpSp>
          <p:nvGrpSpPr>
            <p:cNvPr id="36" name="Graphic 7">
              <a:extLst>
                <a:ext uri="{FF2B5EF4-FFF2-40B4-BE49-F238E27FC236}">
                  <a16:creationId xmlns:a16="http://schemas.microsoft.com/office/drawing/2014/main" id="{D1E91124-CAE3-2A46-F8D1-2C034F0AC147}"/>
                </a:ext>
              </a:extLst>
            </p:cNvPr>
            <p:cNvGrpSpPr/>
            <p:nvPr/>
          </p:nvGrpSpPr>
          <p:grpSpPr>
            <a:xfrm>
              <a:off x="-4772521" y="-1017321"/>
              <a:ext cx="8676131" cy="10565314"/>
              <a:chOff x="-4772521" y="-1017321"/>
              <a:chExt cx="8676131" cy="10565314"/>
            </a:xfrm>
          </p:grpSpPr>
          <p:grpSp>
            <p:nvGrpSpPr>
              <p:cNvPr id="37" name="Graphic 7">
                <a:extLst>
                  <a:ext uri="{FF2B5EF4-FFF2-40B4-BE49-F238E27FC236}">
                    <a16:creationId xmlns:a16="http://schemas.microsoft.com/office/drawing/2014/main" id="{F13F2CA6-40CC-E6E0-828A-CC90282DE999}"/>
                  </a:ext>
                </a:extLst>
              </p:cNvPr>
              <p:cNvGrpSpPr/>
              <p:nvPr/>
            </p:nvGrpSpPr>
            <p:grpSpPr>
              <a:xfrm>
                <a:off x="-4772521" y="-1017321"/>
                <a:ext cx="8676131" cy="10565314"/>
                <a:chOff x="-4772521" y="-1017321"/>
                <a:chExt cx="8676131" cy="10565314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AB92033-BB0E-CAA3-A154-94FA25876060}"/>
                    </a:ext>
                  </a:extLst>
                </p:cNvPr>
                <p:cNvSpPr/>
                <p:nvPr/>
              </p:nvSpPr>
              <p:spPr>
                <a:xfrm>
                  <a:off x="-3576761" y="178418"/>
                  <a:ext cx="6383597" cy="6383614"/>
                </a:xfrm>
                <a:custGeom>
                  <a:avLst/>
                  <a:gdLst>
                    <a:gd name="connsiteX0" fmla="*/ 3191799 w 6383597"/>
                    <a:gd name="connsiteY0" fmla="*/ 6383615 h 6383614"/>
                    <a:gd name="connsiteX1" fmla="*/ 0 w 6383597"/>
                    <a:gd name="connsiteY1" fmla="*/ 3191807 h 6383614"/>
                    <a:gd name="connsiteX2" fmla="*/ 3191799 w 6383597"/>
                    <a:gd name="connsiteY2" fmla="*/ 0 h 6383614"/>
                    <a:gd name="connsiteX3" fmla="*/ 6383598 w 6383597"/>
                    <a:gd name="connsiteY3" fmla="*/ 3191807 h 6383614"/>
                    <a:gd name="connsiteX4" fmla="*/ 3191799 w 6383597"/>
                    <a:gd name="connsiteY4" fmla="*/ 6383615 h 6383614"/>
                    <a:gd name="connsiteX5" fmla="*/ 3191799 w 6383597"/>
                    <a:gd name="connsiteY5" fmla="*/ 77385 h 6383614"/>
                    <a:gd name="connsiteX6" fmla="*/ 77386 w 6383597"/>
                    <a:gd name="connsiteY6" fmla="*/ 3191824 h 6383614"/>
                    <a:gd name="connsiteX7" fmla="*/ 3191799 w 6383597"/>
                    <a:gd name="connsiteY7" fmla="*/ 6306212 h 6383614"/>
                    <a:gd name="connsiteX8" fmla="*/ 6306262 w 6383597"/>
                    <a:gd name="connsiteY8" fmla="*/ 3191824 h 6383614"/>
                    <a:gd name="connsiteX9" fmla="*/ 3191799 w 6383597"/>
                    <a:gd name="connsiteY9" fmla="*/ 77385 h 6383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83597" h="6383614">
                      <a:moveTo>
                        <a:pt x="3191799" y="6383615"/>
                      </a:moveTo>
                      <a:cubicBezTo>
                        <a:pt x="1431831" y="6383615"/>
                        <a:pt x="0" y="4951787"/>
                        <a:pt x="0" y="3191807"/>
                      </a:cubicBezTo>
                      <a:cubicBezTo>
                        <a:pt x="0" y="1431844"/>
                        <a:pt x="1431831" y="0"/>
                        <a:pt x="3191799" y="0"/>
                      </a:cubicBezTo>
                      <a:cubicBezTo>
                        <a:pt x="4951751" y="0"/>
                        <a:pt x="6383598" y="1431844"/>
                        <a:pt x="6383598" y="3191807"/>
                      </a:cubicBezTo>
                      <a:cubicBezTo>
                        <a:pt x="6383598" y="4951787"/>
                        <a:pt x="4951751" y="6383615"/>
                        <a:pt x="3191799" y="6383615"/>
                      </a:cubicBezTo>
                      <a:close/>
                      <a:moveTo>
                        <a:pt x="3191799" y="77385"/>
                      </a:moveTo>
                      <a:cubicBezTo>
                        <a:pt x="1474487" y="77385"/>
                        <a:pt x="77386" y="1474516"/>
                        <a:pt x="77386" y="3191824"/>
                      </a:cubicBezTo>
                      <a:cubicBezTo>
                        <a:pt x="77386" y="4909131"/>
                        <a:pt x="1474487" y="6306212"/>
                        <a:pt x="3191799" y="6306212"/>
                      </a:cubicBezTo>
                      <a:cubicBezTo>
                        <a:pt x="4909094" y="6306212"/>
                        <a:pt x="6306262" y="4909115"/>
                        <a:pt x="6306262" y="3191824"/>
                      </a:cubicBezTo>
                      <a:cubicBezTo>
                        <a:pt x="6306262" y="1474500"/>
                        <a:pt x="4909094" y="77385"/>
                        <a:pt x="3191799" y="77385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5F0364C-E778-35A9-8B82-60050AC7F405}"/>
                    </a:ext>
                  </a:extLst>
                </p:cNvPr>
                <p:cNvSpPr/>
                <p:nvPr/>
              </p:nvSpPr>
              <p:spPr>
                <a:xfrm>
                  <a:off x="-4012009" y="-256778"/>
                  <a:ext cx="7254126" cy="7254058"/>
                </a:xfrm>
                <a:custGeom>
                  <a:avLst/>
                  <a:gdLst>
                    <a:gd name="connsiteX0" fmla="*/ 3627047 w 7254126"/>
                    <a:gd name="connsiteY0" fmla="*/ 7254059 h 7254058"/>
                    <a:gd name="connsiteX1" fmla="*/ 0 w 7254126"/>
                    <a:gd name="connsiteY1" fmla="*/ 3627021 h 7254058"/>
                    <a:gd name="connsiteX2" fmla="*/ 3627047 w 7254126"/>
                    <a:gd name="connsiteY2" fmla="*/ 0 h 7254058"/>
                    <a:gd name="connsiteX3" fmla="*/ 7254127 w 7254126"/>
                    <a:gd name="connsiteY3" fmla="*/ 3627021 h 7254058"/>
                    <a:gd name="connsiteX4" fmla="*/ 3627047 w 7254126"/>
                    <a:gd name="connsiteY4" fmla="*/ 7254059 h 7254058"/>
                    <a:gd name="connsiteX5" fmla="*/ 3627047 w 7254126"/>
                    <a:gd name="connsiteY5" fmla="*/ 290104 h 7254058"/>
                    <a:gd name="connsiteX6" fmla="*/ 290138 w 7254126"/>
                    <a:gd name="connsiteY6" fmla="*/ 3627005 h 7254058"/>
                    <a:gd name="connsiteX7" fmla="*/ 3627047 w 7254126"/>
                    <a:gd name="connsiteY7" fmla="*/ 6963889 h 7254058"/>
                    <a:gd name="connsiteX8" fmla="*/ 6963940 w 7254126"/>
                    <a:gd name="connsiteY8" fmla="*/ 3627005 h 7254058"/>
                    <a:gd name="connsiteX9" fmla="*/ 3627047 w 7254126"/>
                    <a:gd name="connsiteY9" fmla="*/ 290104 h 7254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54126" h="7254058">
                      <a:moveTo>
                        <a:pt x="3627047" y="7254059"/>
                      </a:moveTo>
                      <a:cubicBezTo>
                        <a:pt x="1627078" y="7254059"/>
                        <a:pt x="0" y="5626969"/>
                        <a:pt x="0" y="3627021"/>
                      </a:cubicBezTo>
                      <a:cubicBezTo>
                        <a:pt x="0" y="1627074"/>
                        <a:pt x="1627062" y="0"/>
                        <a:pt x="3627047" y="0"/>
                      </a:cubicBezTo>
                      <a:cubicBezTo>
                        <a:pt x="5626999" y="0"/>
                        <a:pt x="7254127" y="1627058"/>
                        <a:pt x="7254127" y="3627021"/>
                      </a:cubicBezTo>
                      <a:cubicBezTo>
                        <a:pt x="7254127" y="5626952"/>
                        <a:pt x="5626999" y="7254059"/>
                        <a:pt x="3627047" y="7254059"/>
                      </a:cubicBezTo>
                      <a:close/>
                      <a:moveTo>
                        <a:pt x="3627047" y="290104"/>
                      </a:moveTo>
                      <a:cubicBezTo>
                        <a:pt x="1787084" y="290104"/>
                        <a:pt x="290138" y="1787047"/>
                        <a:pt x="290138" y="3627005"/>
                      </a:cubicBezTo>
                      <a:cubicBezTo>
                        <a:pt x="290138" y="5466963"/>
                        <a:pt x="1787068" y="6963889"/>
                        <a:pt x="3627047" y="6963889"/>
                      </a:cubicBezTo>
                      <a:cubicBezTo>
                        <a:pt x="5467010" y="6963889"/>
                        <a:pt x="6963940" y="5466963"/>
                        <a:pt x="6963940" y="3627005"/>
                      </a:cubicBezTo>
                      <a:cubicBezTo>
                        <a:pt x="6963940" y="1787063"/>
                        <a:pt x="5466993" y="290104"/>
                        <a:pt x="3627047" y="290104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6EFA9C2-B776-4B91-1084-0E63B570D4DF}"/>
                    </a:ext>
                  </a:extLst>
                </p:cNvPr>
                <p:cNvSpPr/>
                <p:nvPr/>
              </p:nvSpPr>
              <p:spPr>
                <a:xfrm>
                  <a:off x="-4673552" y="-918352"/>
                  <a:ext cx="8577162" cy="8577157"/>
                </a:xfrm>
                <a:custGeom>
                  <a:avLst/>
                  <a:gdLst>
                    <a:gd name="connsiteX0" fmla="*/ 4288590 w 8577162"/>
                    <a:gd name="connsiteY0" fmla="*/ 8577157 h 8577157"/>
                    <a:gd name="connsiteX1" fmla="*/ 0 w 8577162"/>
                    <a:gd name="connsiteY1" fmla="*/ 4288579 h 8577157"/>
                    <a:gd name="connsiteX2" fmla="*/ 4288590 w 8577162"/>
                    <a:gd name="connsiteY2" fmla="*/ 0 h 8577157"/>
                    <a:gd name="connsiteX3" fmla="*/ 8577162 w 8577162"/>
                    <a:gd name="connsiteY3" fmla="*/ 4288579 h 8577157"/>
                    <a:gd name="connsiteX4" fmla="*/ 4288590 w 8577162"/>
                    <a:gd name="connsiteY4" fmla="*/ 8577157 h 8577157"/>
                    <a:gd name="connsiteX5" fmla="*/ 4288590 w 8577162"/>
                    <a:gd name="connsiteY5" fmla="*/ 27001 h 8577157"/>
                    <a:gd name="connsiteX6" fmla="*/ 27001 w 8577162"/>
                    <a:gd name="connsiteY6" fmla="*/ 4288579 h 8577157"/>
                    <a:gd name="connsiteX7" fmla="*/ 4288590 w 8577162"/>
                    <a:gd name="connsiteY7" fmla="*/ 8550156 h 8577157"/>
                    <a:gd name="connsiteX8" fmla="*/ 8550178 w 8577162"/>
                    <a:gd name="connsiteY8" fmla="*/ 4288579 h 8577157"/>
                    <a:gd name="connsiteX9" fmla="*/ 4288590 w 8577162"/>
                    <a:gd name="connsiteY9" fmla="*/ 27001 h 8577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77162" h="8577157">
                      <a:moveTo>
                        <a:pt x="4288590" y="8577157"/>
                      </a:moveTo>
                      <a:cubicBezTo>
                        <a:pt x="1923855" y="8577157"/>
                        <a:pt x="0" y="6653291"/>
                        <a:pt x="0" y="4288579"/>
                      </a:cubicBezTo>
                      <a:cubicBezTo>
                        <a:pt x="0" y="1923850"/>
                        <a:pt x="1923855" y="0"/>
                        <a:pt x="4288590" y="0"/>
                      </a:cubicBezTo>
                      <a:cubicBezTo>
                        <a:pt x="6653291" y="0"/>
                        <a:pt x="8577162" y="1923850"/>
                        <a:pt x="8577162" y="4288579"/>
                      </a:cubicBezTo>
                      <a:cubicBezTo>
                        <a:pt x="8577162" y="6653291"/>
                        <a:pt x="6653291" y="8577157"/>
                        <a:pt x="4288590" y="8577157"/>
                      </a:cubicBezTo>
                      <a:close/>
                      <a:moveTo>
                        <a:pt x="4288590" y="27001"/>
                      </a:moveTo>
                      <a:cubicBezTo>
                        <a:pt x="1938718" y="27001"/>
                        <a:pt x="27001" y="1938729"/>
                        <a:pt x="27001" y="4288579"/>
                      </a:cubicBezTo>
                      <a:cubicBezTo>
                        <a:pt x="27001" y="6638411"/>
                        <a:pt x="1938718" y="8550156"/>
                        <a:pt x="4288590" y="8550156"/>
                      </a:cubicBezTo>
                      <a:cubicBezTo>
                        <a:pt x="6638429" y="8550156"/>
                        <a:pt x="8550178" y="6638411"/>
                        <a:pt x="8550178" y="4288579"/>
                      </a:cubicBezTo>
                      <a:cubicBezTo>
                        <a:pt x="8550178" y="1938746"/>
                        <a:pt x="6638412" y="27001"/>
                        <a:pt x="4288590" y="27001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468B0210-4F80-C3DD-B94C-6330DEC4FC1C}"/>
                    </a:ext>
                  </a:extLst>
                </p:cNvPr>
                <p:cNvSpPr/>
                <p:nvPr/>
              </p:nvSpPr>
              <p:spPr>
                <a:xfrm>
                  <a:off x="-3434590" y="320605"/>
                  <a:ext cx="6099255" cy="6099256"/>
                </a:xfrm>
                <a:custGeom>
                  <a:avLst/>
                  <a:gdLst>
                    <a:gd name="connsiteX0" fmla="*/ 3049628 w 6099255"/>
                    <a:gd name="connsiteY0" fmla="*/ 6099257 h 6099256"/>
                    <a:gd name="connsiteX1" fmla="*/ 0 w 6099255"/>
                    <a:gd name="connsiteY1" fmla="*/ 3049637 h 6099256"/>
                    <a:gd name="connsiteX2" fmla="*/ 3049628 w 6099255"/>
                    <a:gd name="connsiteY2" fmla="*/ 0 h 6099256"/>
                    <a:gd name="connsiteX3" fmla="*/ 6099256 w 6099255"/>
                    <a:gd name="connsiteY3" fmla="*/ 3049637 h 6099256"/>
                    <a:gd name="connsiteX4" fmla="*/ 3049628 w 6099255"/>
                    <a:gd name="connsiteY4" fmla="*/ 6099257 h 6099256"/>
                    <a:gd name="connsiteX5" fmla="*/ 3049628 w 6099255"/>
                    <a:gd name="connsiteY5" fmla="*/ 26984 h 6099256"/>
                    <a:gd name="connsiteX6" fmla="*/ 27001 w 6099255"/>
                    <a:gd name="connsiteY6" fmla="*/ 3049620 h 6099256"/>
                    <a:gd name="connsiteX7" fmla="*/ 3049628 w 6099255"/>
                    <a:gd name="connsiteY7" fmla="*/ 6072257 h 6099256"/>
                    <a:gd name="connsiteX8" fmla="*/ 6072255 w 6099255"/>
                    <a:gd name="connsiteY8" fmla="*/ 3049620 h 6099256"/>
                    <a:gd name="connsiteX9" fmla="*/ 3049628 w 6099255"/>
                    <a:gd name="connsiteY9" fmla="*/ 26984 h 6099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99255" h="6099256">
                      <a:moveTo>
                        <a:pt x="3049628" y="6099257"/>
                      </a:moveTo>
                      <a:cubicBezTo>
                        <a:pt x="1368069" y="6099257"/>
                        <a:pt x="0" y="4731191"/>
                        <a:pt x="0" y="3049637"/>
                      </a:cubicBezTo>
                      <a:cubicBezTo>
                        <a:pt x="0" y="1368049"/>
                        <a:pt x="1368069" y="0"/>
                        <a:pt x="3049628" y="0"/>
                      </a:cubicBezTo>
                      <a:cubicBezTo>
                        <a:pt x="4731187" y="0"/>
                        <a:pt x="6099256" y="1368049"/>
                        <a:pt x="6099256" y="3049637"/>
                      </a:cubicBezTo>
                      <a:cubicBezTo>
                        <a:pt x="6099256" y="4731191"/>
                        <a:pt x="4731187" y="6099257"/>
                        <a:pt x="3049628" y="6099257"/>
                      </a:cubicBezTo>
                      <a:close/>
                      <a:moveTo>
                        <a:pt x="3049628" y="26984"/>
                      </a:moveTo>
                      <a:cubicBezTo>
                        <a:pt x="1382949" y="26984"/>
                        <a:pt x="27001" y="1382945"/>
                        <a:pt x="27001" y="3049620"/>
                      </a:cubicBezTo>
                      <a:cubicBezTo>
                        <a:pt x="27001" y="4716279"/>
                        <a:pt x="1382932" y="6072257"/>
                        <a:pt x="3049628" y="6072257"/>
                      </a:cubicBezTo>
                      <a:cubicBezTo>
                        <a:pt x="4716291" y="6072257"/>
                        <a:pt x="6072255" y="4716296"/>
                        <a:pt x="6072255" y="3049620"/>
                      </a:cubicBezTo>
                      <a:cubicBezTo>
                        <a:pt x="6072255" y="1382962"/>
                        <a:pt x="4716291" y="26984"/>
                        <a:pt x="3049628" y="26984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05660354-5EBF-E53A-0625-8E0C0B42029A}"/>
                    </a:ext>
                  </a:extLst>
                </p:cNvPr>
                <p:cNvSpPr/>
                <p:nvPr/>
              </p:nvSpPr>
              <p:spPr>
                <a:xfrm rot="-5013818">
                  <a:off x="-2951737" y="803335"/>
                  <a:ext cx="5133620" cy="5133673"/>
                </a:xfrm>
                <a:custGeom>
                  <a:avLst/>
                  <a:gdLst>
                    <a:gd name="connsiteX0" fmla="*/ 5133621 w 5133620"/>
                    <a:gd name="connsiteY0" fmla="*/ 2566837 h 5133673"/>
                    <a:gd name="connsiteX1" fmla="*/ 2566810 w 5133620"/>
                    <a:gd name="connsiteY1" fmla="*/ 5133674 h 5133673"/>
                    <a:gd name="connsiteX2" fmla="*/ 0 w 5133620"/>
                    <a:gd name="connsiteY2" fmla="*/ 2566837 h 5133673"/>
                    <a:gd name="connsiteX3" fmla="*/ 2566810 w 5133620"/>
                    <a:gd name="connsiteY3" fmla="*/ 0 h 5133673"/>
                    <a:gd name="connsiteX4" fmla="*/ 5133621 w 5133620"/>
                    <a:gd name="connsiteY4" fmla="*/ 2566837 h 5133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3620" h="5133673">
                      <a:moveTo>
                        <a:pt x="5133621" y="2566837"/>
                      </a:moveTo>
                      <a:cubicBezTo>
                        <a:pt x="5133621" y="3984461"/>
                        <a:pt x="3984420" y="5133674"/>
                        <a:pt x="2566810" y="5133674"/>
                      </a:cubicBezTo>
                      <a:cubicBezTo>
                        <a:pt x="1149200" y="5133674"/>
                        <a:pt x="0" y="3984462"/>
                        <a:pt x="0" y="2566837"/>
                      </a:cubicBezTo>
                      <a:cubicBezTo>
                        <a:pt x="0" y="1149212"/>
                        <a:pt x="1149200" y="0"/>
                        <a:pt x="2566810" y="0"/>
                      </a:cubicBezTo>
                      <a:cubicBezTo>
                        <a:pt x="3984420" y="0"/>
                        <a:pt x="5133621" y="1149212"/>
                        <a:pt x="5133621" y="2566837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951008D-DCBD-11BE-CCC6-12A5FAEA19FF}"/>
                    </a:ext>
                  </a:extLst>
                </p:cNvPr>
                <p:cNvSpPr/>
                <p:nvPr userDrawn="1"/>
              </p:nvSpPr>
              <p:spPr>
                <a:xfrm>
                  <a:off x="-2695381" y="1069968"/>
                  <a:ext cx="4620871" cy="4620793"/>
                </a:xfrm>
                <a:custGeom>
                  <a:avLst/>
                  <a:gdLst>
                    <a:gd name="connsiteX0" fmla="*/ 0 w 4620871"/>
                    <a:gd name="connsiteY0" fmla="*/ 2310381 h 4620793"/>
                    <a:gd name="connsiteX1" fmla="*/ 2310419 w 4620871"/>
                    <a:gd name="connsiteY1" fmla="*/ 0 h 4620793"/>
                    <a:gd name="connsiteX2" fmla="*/ 4620872 w 4620871"/>
                    <a:gd name="connsiteY2" fmla="*/ 2310381 h 4620793"/>
                    <a:gd name="connsiteX3" fmla="*/ 2310419 w 4620871"/>
                    <a:gd name="connsiteY3" fmla="*/ 4620794 h 4620793"/>
                    <a:gd name="connsiteX4" fmla="*/ 0 w 4620871"/>
                    <a:gd name="connsiteY4" fmla="*/ 2310381 h 4620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20871" h="4620793">
                      <a:moveTo>
                        <a:pt x="0" y="2310381"/>
                      </a:moveTo>
                      <a:cubicBezTo>
                        <a:pt x="0" y="1034348"/>
                        <a:pt x="1034417" y="0"/>
                        <a:pt x="2310419" y="0"/>
                      </a:cubicBezTo>
                      <a:cubicBezTo>
                        <a:pt x="3586439" y="0"/>
                        <a:pt x="4620872" y="1034364"/>
                        <a:pt x="4620872" y="2310381"/>
                      </a:cubicBezTo>
                      <a:cubicBezTo>
                        <a:pt x="4620872" y="3586413"/>
                        <a:pt x="3586422" y="4620794"/>
                        <a:pt x="2310419" y="4620794"/>
                      </a:cubicBezTo>
                      <a:cubicBezTo>
                        <a:pt x="1034417" y="4620794"/>
                        <a:pt x="0" y="3586413"/>
                        <a:pt x="0" y="23103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CDFA01E-B439-D938-B9A6-E2F56856C95E}"/>
                    </a:ext>
                  </a:extLst>
                </p:cNvPr>
                <p:cNvSpPr/>
                <p:nvPr userDrawn="1"/>
              </p:nvSpPr>
              <p:spPr>
                <a:xfrm rot="-5273459">
                  <a:off x="-2175816" y="1579435"/>
                  <a:ext cx="3581551" cy="3581509"/>
                </a:xfrm>
                <a:custGeom>
                  <a:avLst/>
                  <a:gdLst>
                    <a:gd name="connsiteX0" fmla="*/ 3581552 w 3581551"/>
                    <a:gd name="connsiteY0" fmla="*/ 1790755 h 3581509"/>
                    <a:gd name="connsiteX1" fmla="*/ 1790776 w 3581551"/>
                    <a:gd name="connsiteY1" fmla="*/ 3581510 h 3581509"/>
                    <a:gd name="connsiteX2" fmla="*/ 0 w 3581551"/>
                    <a:gd name="connsiteY2" fmla="*/ 1790755 h 3581509"/>
                    <a:gd name="connsiteX3" fmla="*/ 1790776 w 3581551"/>
                    <a:gd name="connsiteY3" fmla="*/ 0 h 3581509"/>
                    <a:gd name="connsiteX4" fmla="*/ 3581552 w 3581551"/>
                    <a:gd name="connsiteY4" fmla="*/ 1790755 h 3581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81551" h="3581509">
                      <a:moveTo>
                        <a:pt x="3581552" y="1790755"/>
                      </a:moveTo>
                      <a:cubicBezTo>
                        <a:pt x="3581552" y="2779762"/>
                        <a:pt x="2779794" y="3581510"/>
                        <a:pt x="1790776" y="3581510"/>
                      </a:cubicBezTo>
                      <a:cubicBezTo>
                        <a:pt x="801758" y="3581510"/>
                        <a:pt x="0" y="2779762"/>
                        <a:pt x="0" y="1790755"/>
                      </a:cubicBezTo>
                      <a:cubicBezTo>
                        <a:pt x="0" y="801748"/>
                        <a:pt x="801758" y="0"/>
                        <a:pt x="1790776" y="0"/>
                      </a:cubicBezTo>
                      <a:cubicBezTo>
                        <a:pt x="2779794" y="0"/>
                        <a:pt x="3581552" y="801748"/>
                        <a:pt x="3581552" y="1790755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B34E6E5-4C5C-AA4F-20FE-E028C4D904A0}"/>
                    </a:ext>
                  </a:extLst>
                </p:cNvPr>
                <p:cNvSpPr/>
                <p:nvPr userDrawn="1"/>
              </p:nvSpPr>
              <p:spPr>
                <a:xfrm>
                  <a:off x="-1996897" y="1765396"/>
                  <a:ext cx="3223852" cy="3223828"/>
                </a:xfrm>
                <a:custGeom>
                  <a:avLst/>
                  <a:gdLst>
                    <a:gd name="connsiteX0" fmla="*/ 0 w 3223852"/>
                    <a:gd name="connsiteY0" fmla="*/ 1611898 h 3223828"/>
                    <a:gd name="connsiteX1" fmla="*/ 1611935 w 3223852"/>
                    <a:gd name="connsiteY1" fmla="*/ 0 h 3223828"/>
                    <a:gd name="connsiteX2" fmla="*/ 3223853 w 3223852"/>
                    <a:gd name="connsiteY2" fmla="*/ 1611898 h 3223828"/>
                    <a:gd name="connsiteX3" fmla="*/ 1611935 w 3223852"/>
                    <a:gd name="connsiteY3" fmla="*/ 3223828 h 3223828"/>
                    <a:gd name="connsiteX4" fmla="*/ 0 w 3223852"/>
                    <a:gd name="connsiteY4" fmla="*/ 1611898 h 322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23852" h="3223828">
                      <a:moveTo>
                        <a:pt x="0" y="1611898"/>
                      </a:moveTo>
                      <a:cubicBezTo>
                        <a:pt x="0" y="721636"/>
                        <a:pt x="721704" y="0"/>
                        <a:pt x="1611935" y="0"/>
                      </a:cubicBezTo>
                      <a:cubicBezTo>
                        <a:pt x="2502199" y="0"/>
                        <a:pt x="3223853" y="721636"/>
                        <a:pt x="3223853" y="1611898"/>
                      </a:cubicBezTo>
                      <a:cubicBezTo>
                        <a:pt x="3223853" y="2502126"/>
                        <a:pt x="2502182" y="3223828"/>
                        <a:pt x="1611935" y="3223828"/>
                      </a:cubicBezTo>
                      <a:cubicBezTo>
                        <a:pt x="721704" y="3223828"/>
                        <a:pt x="0" y="2502126"/>
                        <a:pt x="0" y="16118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grpSp>
              <p:nvGrpSpPr>
                <p:cNvPr id="46" name="Graphic 7">
                  <a:extLst>
                    <a:ext uri="{FF2B5EF4-FFF2-40B4-BE49-F238E27FC236}">
                      <a16:creationId xmlns:a16="http://schemas.microsoft.com/office/drawing/2014/main" id="{EEE157FC-50FA-7BCA-D9A9-CDA5F822319A}"/>
                    </a:ext>
                  </a:extLst>
                </p:cNvPr>
                <p:cNvGrpSpPr/>
                <p:nvPr/>
              </p:nvGrpSpPr>
              <p:grpSpPr>
                <a:xfrm>
                  <a:off x="-4772521" y="-1017321"/>
                  <a:ext cx="7651056" cy="10565314"/>
                  <a:chOff x="-4772521" y="-1017321"/>
                  <a:chExt cx="7651056" cy="10565314"/>
                </a:xfrm>
                <a:solidFill>
                  <a:srgbClr val="CED6DB"/>
                </a:solidFill>
              </p:grpSpPr>
              <p:grpSp>
                <p:nvGrpSpPr>
                  <p:cNvPr id="47" name="Graphic 7">
                    <a:extLst>
                      <a:ext uri="{FF2B5EF4-FFF2-40B4-BE49-F238E27FC236}">
                        <a16:creationId xmlns:a16="http://schemas.microsoft.com/office/drawing/2014/main" id="{F421D464-274B-851F-D9F8-8D531A3EBEEC}"/>
                      </a:ext>
                    </a:extLst>
                  </p:cNvPr>
                  <p:cNvGrpSpPr/>
                  <p:nvPr/>
                </p:nvGrpSpPr>
                <p:grpSpPr>
                  <a:xfrm>
                    <a:off x="-4772521" y="-1017321"/>
                    <a:ext cx="4576650" cy="10565314"/>
                    <a:chOff x="-4772521" y="-1017321"/>
                    <a:chExt cx="4576650" cy="10565314"/>
                  </a:xfrm>
                  <a:solidFill>
                    <a:srgbClr val="CED6DB"/>
                  </a:solidFill>
                </p:grpSpPr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ECB53A82-CD50-A699-72FD-CAA0291259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7473" y="-1017321"/>
                      <a:ext cx="224989" cy="224939"/>
                    </a:xfrm>
                    <a:custGeom>
                      <a:avLst/>
                      <a:gdLst>
                        <a:gd name="connsiteX0" fmla="*/ 224989 w 224989"/>
                        <a:gd name="connsiteY0" fmla="*/ 112478 h 224939"/>
                        <a:gd name="connsiteX1" fmla="*/ 112511 w 224989"/>
                        <a:gd name="connsiteY1" fmla="*/ 224939 h 224939"/>
                        <a:gd name="connsiteX2" fmla="*/ 0 w 224989"/>
                        <a:gd name="connsiteY2" fmla="*/ 112478 h 224939"/>
                        <a:gd name="connsiteX3" fmla="*/ 112511 w 224989"/>
                        <a:gd name="connsiteY3" fmla="*/ 0 h 224939"/>
                        <a:gd name="connsiteX4" fmla="*/ 224989 w 224989"/>
                        <a:gd name="connsiteY4" fmla="*/ 112478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89" h="224939">
                          <a:moveTo>
                            <a:pt x="224989" y="112478"/>
                          </a:moveTo>
                          <a:cubicBezTo>
                            <a:pt x="224989" y="174588"/>
                            <a:pt x="174638" y="224939"/>
                            <a:pt x="112511" y="224939"/>
                          </a:cubicBezTo>
                          <a:cubicBezTo>
                            <a:pt x="50385" y="224939"/>
                            <a:pt x="0" y="174588"/>
                            <a:pt x="0" y="112478"/>
                          </a:cubicBezTo>
                          <a:cubicBezTo>
                            <a:pt x="0" y="50352"/>
                            <a:pt x="50368" y="0"/>
                            <a:pt x="112511" y="0"/>
                          </a:cubicBezTo>
                          <a:cubicBezTo>
                            <a:pt x="174621" y="0"/>
                            <a:pt x="224989" y="50352"/>
                            <a:pt x="224989" y="11247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CB352DF3-5809-2780-CC8C-4B348FE62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7473" y="7532818"/>
                      <a:ext cx="224989" cy="224988"/>
                    </a:xfrm>
                    <a:custGeom>
                      <a:avLst/>
                      <a:gdLst>
                        <a:gd name="connsiteX0" fmla="*/ 224989 w 224989"/>
                        <a:gd name="connsiteY0" fmla="*/ 112478 h 224988"/>
                        <a:gd name="connsiteX1" fmla="*/ 112511 w 224989"/>
                        <a:gd name="connsiteY1" fmla="*/ 224989 h 224988"/>
                        <a:gd name="connsiteX2" fmla="*/ 0 w 224989"/>
                        <a:gd name="connsiteY2" fmla="*/ 112478 h 224988"/>
                        <a:gd name="connsiteX3" fmla="*/ 112511 w 224989"/>
                        <a:gd name="connsiteY3" fmla="*/ 0 h 224988"/>
                        <a:gd name="connsiteX4" fmla="*/ 224989 w 224989"/>
                        <a:gd name="connsiteY4" fmla="*/ 112478 h 2249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89" h="224988">
                          <a:moveTo>
                            <a:pt x="224989" y="112478"/>
                          </a:moveTo>
                          <a:cubicBezTo>
                            <a:pt x="224989" y="174637"/>
                            <a:pt x="174638" y="224989"/>
                            <a:pt x="112511" y="224989"/>
                          </a:cubicBezTo>
                          <a:cubicBezTo>
                            <a:pt x="50385" y="224989"/>
                            <a:pt x="0" y="174637"/>
                            <a:pt x="0" y="112478"/>
                          </a:cubicBezTo>
                          <a:cubicBezTo>
                            <a:pt x="0" y="50351"/>
                            <a:pt x="50368" y="0"/>
                            <a:pt x="112511" y="0"/>
                          </a:cubicBezTo>
                          <a:cubicBezTo>
                            <a:pt x="174621" y="17"/>
                            <a:pt x="224989" y="50351"/>
                            <a:pt x="224989" y="11247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96A26AD-5548-1463-295E-95A8294A7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772521" y="3257748"/>
                      <a:ext cx="224956" cy="224972"/>
                    </a:xfrm>
                    <a:custGeom>
                      <a:avLst/>
                      <a:gdLst>
                        <a:gd name="connsiteX0" fmla="*/ 112478 w 224956"/>
                        <a:gd name="connsiteY0" fmla="*/ 224972 h 224972"/>
                        <a:gd name="connsiteX1" fmla="*/ 0 w 224956"/>
                        <a:gd name="connsiteY1" fmla="*/ 112478 h 224972"/>
                        <a:gd name="connsiteX2" fmla="*/ 112478 w 224956"/>
                        <a:gd name="connsiteY2" fmla="*/ 0 h 224972"/>
                        <a:gd name="connsiteX3" fmla="*/ 224957 w 224956"/>
                        <a:gd name="connsiteY3" fmla="*/ 112478 h 224972"/>
                        <a:gd name="connsiteX4" fmla="*/ 112478 w 224956"/>
                        <a:gd name="connsiteY4" fmla="*/ 224972 h 2249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56" h="224972">
                          <a:moveTo>
                            <a:pt x="112478" y="224972"/>
                          </a:moveTo>
                          <a:cubicBezTo>
                            <a:pt x="50351" y="224972"/>
                            <a:pt x="0" y="174588"/>
                            <a:pt x="0" y="112478"/>
                          </a:cubicBezTo>
                          <a:cubicBezTo>
                            <a:pt x="0" y="50352"/>
                            <a:pt x="50351" y="0"/>
                            <a:pt x="112478" y="0"/>
                          </a:cubicBezTo>
                          <a:cubicBezTo>
                            <a:pt x="174588" y="0"/>
                            <a:pt x="224957" y="50368"/>
                            <a:pt x="224957" y="112478"/>
                          </a:cubicBezTo>
                          <a:cubicBezTo>
                            <a:pt x="224940" y="174588"/>
                            <a:pt x="174588" y="224972"/>
                            <a:pt x="112478" y="22497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grpSp>
                <p:nvGrpSpPr>
                  <p:cNvPr id="51" name="Graphic 7">
                    <a:extLst>
                      <a:ext uri="{FF2B5EF4-FFF2-40B4-BE49-F238E27FC236}">
                        <a16:creationId xmlns:a16="http://schemas.microsoft.com/office/drawing/2014/main" id="{BE804D80-E0FA-B2AD-840B-61E4BE9E152B}"/>
                      </a:ext>
                    </a:extLst>
                  </p:cNvPr>
                  <p:cNvGrpSpPr/>
                  <p:nvPr/>
                </p:nvGrpSpPr>
                <p:grpSpPr>
                  <a:xfrm>
                    <a:off x="-3520377" y="234814"/>
                    <a:ext cx="6377594" cy="7550113"/>
                    <a:chOff x="-3520377" y="234814"/>
                    <a:chExt cx="6377594" cy="7550113"/>
                  </a:xfrm>
                  <a:solidFill>
                    <a:srgbClr val="CED6DB"/>
                  </a:solidFill>
                </p:grpSpPr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4F0271FF-23F7-E869-A0FE-250B6E8BBF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5516" y="234814"/>
                      <a:ext cx="224939" cy="224943"/>
                    </a:xfrm>
                    <a:custGeom>
                      <a:avLst/>
                      <a:gdLst>
                        <a:gd name="connsiteX0" fmla="*/ 191994 w 224939"/>
                        <a:gd name="connsiteY0" fmla="*/ 192010 h 224943"/>
                        <a:gd name="connsiteX1" fmla="*/ 32946 w 224939"/>
                        <a:gd name="connsiteY1" fmla="*/ 192010 h 224943"/>
                        <a:gd name="connsiteX2" fmla="*/ 32946 w 224939"/>
                        <a:gd name="connsiteY2" fmla="*/ 32946 h 224943"/>
                        <a:gd name="connsiteX3" fmla="*/ 191994 w 224939"/>
                        <a:gd name="connsiteY3" fmla="*/ 32946 h 224943"/>
                        <a:gd name="connsiteX4" fmla="*/ 191994 w 224939"/>
                        <a:gd name="connsiteY4" fmla="*/ 192010 h 2249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43">
                          <a:moveTo>
                            <a:pt x="191994" y="192010"/>
                          </a:moveTo>
                          <a:cubicBezTo>
                            <a:pt x="148066" y="235938"/>
                            <a:pt x="76874" y="235905"/>
                            <a:pt x="32946" y="192010"/>
                          </a:cubicBezTo>
                          <a:cubicBezTo>
                            <a:pt x="-10982" y="148082"/>
                            <a:pt x="-10982" y="76857"/>
                            <a:pt x="32946" y="32946"/>
                          </a:cubicBezTo>
                          <a:cubicBezTo>
                            <a:pt x="76874" y="-10982"/>
                            <a:pt x="148066" y="-10982"/>
                            <a:pt x="191994" y="32946"/>
                          </a:cubicBezTo>
                          <a:cubicBezTo>
                            <a:pt x="235922" y="76873"/>
                            <a:pt x="235922" y="148082"/>
                            <a:pt x="191994" y="19201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45CA601A-20B1-CAFF-D6B3-7815E2493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520377" y="6280698"/>
                      <a:ext cx="224939" cy="224939"/>
                    </a:xfrm>
                    <a:custGeom>
                      <a:avLst/>
                      <a:gdLst>
                        <a:gd name="connsiteX0" fmla="*/ 192006 w 224939"/>
                        <a:gd name="connsiteY0" fmla="*/ 191993 h 224939"/>
                        <a:gd name="connsiteX1" fmla="*/ 32958 w 224939"/>
                        <a:gd name="connsiteY1" fmla="*/ 191993 h 224939"/>
                        <a:gd name="connsiteX2" fmla="*/ 32958 w 224939"/>
                        <a:gd name="connsiteY2" fmla="*/ 32945 h 224939"/>
                        <a:gd name="connsiteX3" fmla="*/ 192006 w 224939"/>
                        <a:gd name="connsiteY3" fmla="*/ 32945 h 224939"/>
                        <a:gd name="connsiteX4" fmla="*/ 192006 w 224939"/>
                        <a:gd name="connsiteY4" fmla="*/ 191993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39">
                          <a:moveTo>
                            <a:pt x="192006" y="191993"/>
                          </a:moveTo>
                          <a:cubicBezTo>
                            <a:pt x="148095" y="235921"/>
                            <a:pt x="76836" y="235921"/>
                            <a:pt x="32958" y="191993"/>
                          </a:cubicBezTo>
                          <a:cubicBezTo>
                            <a:pt x="-10986" y="148099"/>
                            <a:pt x="-10986" y="76873"/>
                            <a:pt x="32958" y="32945"/>
                          </a:cubicBezTo>
                          <a:cubicBezTo>
                            <a:pt x="76853" y="-10982"/>
                            <a:pt x="148095" y="-10982"/>
                            <a:pt x="192006" y="32945"/>
                          </a:cubicBezTo>
                          <a:cubicBezTo>
                            <a:pt x="235918" y="76890"/>
                            <a:pt x="235918" y="148099"/>
                            <a:pt x="192006" y="191993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9D89B54C-9050-6B6C-507B-875B1D453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5516" y="6280698"/>
                      <a:ext cx="224939" cy="224939"/>
                    </a:xfrm>
                    <a:custGeom>
                      <a:avLst/>
                      <a:gdLst>
                        <a:gd name="connsiteX0" fmla="*/ 32946 w 224939"/>
                        <a:gd name="connsiteY0" fmla="*/ 191993 h 224939"/>
                        <a:gd name="connsiteX1" fmla="*/ 32946 w 224939"/>
                        <a:gd name="connsiteY1" fmla="*/ 32945 h 224939"/>
                        <a:gd name="connsiteX2" fmla="*/ 191994 w 224939"/>
                        <a:gd name="connsiteY2" fmla="*/ 32945 h 224939"/>
                        <a:gd name="connsiteX3" fmla="*/ 191994 w 224939"/>
                        <a:gd name="connsiteY3" fmla="*/ 191993 h 224939"/>
                        <a:gd name="connsiteX4" fmla="*/ 32946 w 224939"/>
                        <a:gd name="connsiteY4" fmla="*/ 191993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39">
                          <a:moveTo>
                            <a:pt x="32946" y="191993"/>
                          </a:moveTo>
                          <a:cubicBezTo>
                            <a:pt x="-10982" y="148099"/>
                            <a:pt x="-10982" y="76873"/>
                            <a:pt x="32946" y="32945"/>
                          </a:cubicBezTo>
                          <a:cubicBezTo>
                            <a:pt x="76874" y="-10982"/>
                            <a:pt x="148066" y="-10982"/>
                            <a:pt x="191994" y="32945"/>
                          </a:cubicBezTo>
                          <a:cubicBezTo>
                            <a:pt x="235922" y="76873"/>
                            <a:pt x="235922" y="148099"/>
                            <a:pt x="191994" y="191993"/>
                          </a:cubicBezTo>
                          <a:cubicBezTo>
                            <a:pt x="148066" y="235921"/>
                            <a:pt x="76874" y="235921"/>
                            <a:pt x="32946" y="191993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5" name="Freeform: Shape 54">
                      <a:extLst>
                        <a:ext uri="{FF2B5EF4-FFF2-40B4-BE49-F238E27FC236}">
                          <a16:creationId xmlns:a16="http://schemas.microsoft.com/office/drawing/2014/main" id="{795CD23D-0471-F5A7-AF5B-E3DE990C4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520377" y="234814"/>
                      <a:ext cx="224958" cy="224931"/>
                    </a:xfrm>
                    <a:custGeom>
                      <a:avLst/>
                      <a:gdLst>
                        <a:gd name="connsiteX0" fmla="*/ 32958 w 224958"/>
                        <a:gd name="connsiteY0" fmla="*/ 192010 h 224931"/>
                        <a:gd name="connsiteX1" fmla="*/ 32958 w 224958"/>
                        <a:gd name="connsiteY1" fmla="*/ 32946 h 224931"/>
                        <a:gd name="connsiteX2" fmla="*/ 192006 w 224958"/>
                        <a:gd name="connsiteY2" fmla="*/ 32946 h 224931"/>
                        <a:gd name="connsiteX3" fmla="*/ 192006 w 224958"/>
                        <a:gd name="connsiteY3" fmla="*/ 192010 h 224931"/>
                        <a:gd name="connsiteX4" fmla="*/ 32958 w 224958"/>
                        <a:gd name="connsiteY4" fmla="*/ 192010 h 2249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58" h="224931">
                          <a:moveTo>
                            <a:pt x="32958" y="192010"/>
                          </a:moveTo>
                          <a:cubicBezTo>
                            <a:pt x="-10986" y="148082"/>
                            <a:pt x="-10986" y="76857"/>
                            <a:pt x="32958" y="32946"/>
                          </a:cubicBezTo>
                          <a:cubicBezTo>
                            <a:pt x="76853" y="-10982"/>
                            <a:pt x="148095" y="-10982"/>
                            <a:pt x="192006" y="32946"/>
                          </a:cubicBezTo>
                          <a:cubicBezTo>
                            <a:pt x="235918" y="76857"/>
                            <a:pt x="235967" y="148082"/>
                            <a:pt x="192006" y="192010"/>
                          </a:cubicBezTo>
                          <a:cubicBezTo>
                            <a:pt x="148095" y="235905"/>
                            <a:pt x="76836" y="235905"/>
                            <a:pt x="32958" y="19201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</p:grpSp>
          </p:grpSp>
          <p:grpSp>
            <p:nvGrpSpPr>
              <p:cNvPr id="56" name="Graphic 7">
                <a:extLst>
                  <a:ext uri="{FF2B5EF4-FFF2-40B4-BE49-F238E27FC236}">
                    <a16:creationId xmlns:a16="http://schemas.microsoft.com/office/drawing/2014/main" id="{73C5228C-837F-1A04-EF0B-CBED6C9608FB}"/>
                  </a:ext>
                </a:extLst>
              </p:cNvPr>
              <p:cNvGrpSpPr/>
              <p:nvPr/>
            </p:nvGrpSpPr>
            <p:grpSpPr>
              <a:xfrm>
                <a:off x="-4478288" y="-723121"/>
                <a:ext cx="8326112" cy="9856858"/>
                <a:chOff x="-4478288" y="-723121"/>
                <a:chExt cx="8326112" cy="9856858"/>
              </a:xfrm>
              <a:solidFill>
                <a:srgbClr val="CED6DB"/>
              </a:solidFill>
            </p:grpSpPr>
            <p:grpSp>
              <p:nvGrpSpPr>
                <p:cNvPr id="57" name="Graphic 7">
                  <a:extLst>
                    <a:ext uri="{FF2B5EF4-FFF2-40B4-BE49-F238E27FC236}">
                      <a16:creationId xmlns:a16="http://schemas.microsoft.com/office/drawing/2014/main" id="{A988C602-2A3F-DB4E-8729-9D7495B193CB}"/>
                    </a:ext>
                  </a:extLst>
                </p:cNvPr>
                <p:cNvGrpSpPr/>
                <p:nvPr/>
              </p:nvGrpSpPr>
              <p:grpSpPr>
                <a:xfrm>
                  <a:off x="-417990" y="-723121"/>
                  <a:ext cx="67180" cy="9856858"/>
                  <a:chOff x="-417990" y="-723121"/>
                  <a:chExt cx="67180" cy="9856858"/>
                </a:xfrm>
                <a:solidFill>
                  <a:srgbClr val="CED6DB"/>
                </a:solidFill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0405E2D5-243A-3410-3D7F-5F49C3822BCE}"/>
                      </a:ext>
                    </a:extLst>
                  </p:cNvPr>
                  <p:cNvSpPr/>
                  <p:nvPr/>
                </p:nvSpPr>
                <p:spPr>
                  <a:xfrm>
                    <a:off x="-417990" y="-723121"/>
                    <a:ext cx="66056" cy="278990"/>
                  </a:xfrm>
                  <a:custGeom>
                    <a:avLst/>
                    <a:gdLst>
                      <a:gd name="connsiteX0" fmla="*/ 0 w 66056"/>
                      <a:gd name="connsiteY0" fmla="*/ 0 h 278990"/>
                      <a:gd name="connsiteX1" fmla="*/ 66057 w 66056"/>
                      <a:gd name="connsiteY1" fmla="*/ 0 h 278990"/>
                      <a:gd name="connsiteX2" fmla="*/ 66057 w 66056"/>
                      <a:gd name="connsiteY2" fmla="*/ 278990 h 278990"/>
                      <a:gd name="connsiteX3" fmla="*/ 0 w 66056"/>
                      <a:gd name="connsiteY3" fmla="*/ 278990 h 2789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90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90"/>
                        </a:lnTo>
                        <a:lnTo>
                          <a:pt x="0" y="27899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05A02E3A-BEBA-5EC2-0D70-D765596E2CAD}"/>
                      </a:ext>
                    </a:extLst>
                  </p:cNvPr>
                  <p:cNvSpPr/>
                  <p:nvPr/>
                </p:nvSpPr>
                <p:spPr>
                  <a:xfrm>
                    <a:off x="-417990" y="7184617"/>
                    <a:ext cx="66056" cy="278973"/>
                  </a:xfrm>
                  <a:custGeom>
                    <a:avLst/>
                    <a:gdLst>
                      <a:gd name="connsiteX0" fmla="*/ 0 w 66056"/>
                      <a:gd name="connsiteY0" fmla="*/ 0 h 278973"/>
                      <a:gd name="connsiteX1" fmla="*/ 66057 w 66056"/>
                      <a:gd name="connsiteY1" fmla="*/ 0 h 278973"/>
                      <a:gd name="connsiteX2" fmla="*/ 66057 w 66056"/>
                      <a:gd name="connsiteY2" fmla="*/ 278974 h 278973"/>
                      <a:gd name="connsiteX3" fmla="*/ 0 w 66056"/>
                      <a:gd name="connsiteY3" fmla="*/ 278974 h 2789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7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74"/>
                        </a:lnTo>
                        <a:lnTo>
                          <a:pt x="0" y="2789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0" name="Graphic 7">
                  <a:extLst>
                    <a:ext uri="{FF2B5EF4-FFF2-40B4-BE49-F238E27FC236}">
                      <a16:creationId xmlns:a16="http://schemas.microsoft.com/office/drawing/2014/main" id="{6AD72CE2-A2B3-1433-20C8-ED5D0CB85DF5}"/>
                    </a:ext>
                  </a:extLst>
                </p:cNvPr>
                <p:cNvGrpSpPr/>
                <p:nvPr/>
              </p:nvGrpSpPr>
              <p:grpSpPr>
                <a:xfrm>
                  <a:off x="-560811" y="-721793"/>
                  <a:ext cx="357380" cy="9853634"/>
                  <a:chOff x="-560811" y="-721793"/>
                  <a:chExt cx="357380" cy="9853634"/>
                </a:xfrm>
                <a:solidFill>
                  <a:srgbClr val="CED6DB"/>
                </a:solidFill>
              </p:grpSpPr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275EA598-4BC0-21E0-3D3B-6071F7018A0B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-555964" y="-720725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60 h 278959"/>
                      <a:gd name="connsiteX3" fmla="*/ 0 w 66057"/>
                      <a:gd name="connsiteY3" fmla="*/ 278960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60"/>
                        </a:lnTo>
                        <a:lnTo>
                          <a:pt x="0" y="2789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043E3AE9-800D-E0B6-B77D-4231B28091EF}"/>
                      </a:ext>
                    </a:extLst>
                  </p:cNvPr>
                  <p:cNvSpPr/>
                  <p:nvPr/>
                </p:nvSpPr>
                <p:spPr>
                  <a:xfrm rot="-119313">
                    <a:off x="-280307" y="7182205"/>
                    <a:ext cx="66073" cy="278974"/>
                  </a:xfrm>
                  <a:custGeom>
                    <a:avLst/>
                    <a:gdLst>
                      <a:gd name="connsiteX0" fmla="*/ 0 w 66073"/>
                      <a:gd name="connsiteY0" fmla="*/ 0 h 278974"/>
                      <a:gd name="connsiteX1" fmla="*/ 66073 w 66073"/>
                      <a:gd name="connsiteY1" fmla="*/ 0 h 278974"/>
                      <a:gd name="connsiteX2" fmla="*/ 66073 w 66073"/>
                      <a:gd name="connsiteY2" fmla="*/ 278975 h 278974"/>
                      <a:gd name="connsiteX3" fmla="*/ 0 w 66073"/>
                      <a:gd name="connsiteY3" fmla="*/ 278975 h 278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3" h="278974">
                        <a:moveTo>
                          <a:pt x="0" y="0"/>
                        </a:moveTo>
                        <a:lnTo>
                          <a:pt x="66073" y="0"/>
                        </a:lnTo>
                        <a:lnTo>
                          <a:pt x="66073" y="278975"/>
                        </a:lnTo>
                        <a:lnTo>
                          <a:pt x="0" y="2789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3" name="Graphic 7">
                  <a:extLst>
                    <a:ext uri="{FF2B5EF4-FFF2-40B4-BE49-F238E27FC236}">
                      <a16:creationId xmlns:a16="http://schemas.microsoft.com/office/drawing/2014/main" id="{467F2862-20B3-24A9-BD99-4737B008649A}"/>
                    </a:ext>
                  </a:extLst>
                </p:cNvPr>
                <p:cNvGrpSpPr/>
                <p:nvPr/>
              </p:nvGrpSpPr>
              <p:grpSpPr>
                <a:xfrm>
                  <a:off x="-703436" y="-715506"/>
                  <a:ext cx="647540" cy="9838784"/>
                  <a:chOff x="-703436" y="-715506"/>
                  <a:chExt cx="647540" cy="9838784"/>
                </a:xfrm>
                <a:solidFill>
                  <a:srgbClr val="CED6DB"/>
                </a:solidFill>
              </p:grpSpPr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73546A7D-8D8C-A922-4F9F-FA1C4580188F}"/>
                      </a:ext>
                    </a:extLst>
                  </p:cNvPr>
                  <p:cNvSpPr/>
                  <p:nvPr/>
                </p:nvSpPr>
                <p:spPr>
                  <a:xfrm rot="-239798">
                    <a:off x="-693793" y="-713543"/>
                    <a:ext cx="66058" cy="278999"/>
                  </a:xfrm>
                  <a:custGeom>
                    <a:avLst/>
                    <a:gdLst>
                      <a:gd name="connsiteX0" fmla="*/ 0 w 66058"/>
                      <a:gd name="connsiteY0" fmla="*/ 0 h 278999"/>
                      <a:gd name="connsiteX1" fmla="*/ 66059 w 66058"/>
                      <a:gd name="connsiteY1" fmla="*/ 0 h 278999"/>
                      <a:gd name="connsiteX2" fmla="*/ 66059 w 66058"/>
                      <a:gd name="connsiteY2" fmla="*/ 278999 h 278999"/>
                      <a:gd name="connsiteX3" fmla="*/ 0 w 66058"/>
                      <a:gd name="connsiteY3" fmla="*/ 278999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99"/>
                        </a:lnTo>
                        <a:lnTo>
                          <a:pt x="0" y="27899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8D2EC8ED-061C-FEA5-22BE-C47150903E42}"/>
                      </a:ext>
                    </a:extLst>
                  </p:cNvPr>
                  <p:cNvSpPr/>
                  <p:nvPr/>
                </p:nvSpPr>
                <p:spPr>
                  <a:xfrm rot="-239798">
                    <a:off x="-142437" y="7175183"/>
                    <a:ext cx="66058" cy="279048"/>
                  </a:xfrm>
                  <a:custGeom>
                    <a:avLst/>
                    <a:gdLst>
                      <a:gd name="connsiteX0" fmla="*/ 0 w 66058"/>
                      <a:gd name="connsiteY0" fmla="*/ 0 h 279048"/>
                      <a:gd name="connsiteX1" fmla="*/ 66059 w 66058"/>
                      <a:gd name="connsiteY1" fmla="*/ 0 h 279048"/>
                      <a:gd name="connsiteX2" fmla="*/ 66059 w 66058"/>
                      <a:gd name="connsiteY2" fmla="*/ 279048 h 279048"/>
                      <a:gd name="connsiteX3" fmla="*/ 0 w 66058"/>
                      <a:gd name="connsiteY3" fmla="*/ 279048 h 279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8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48"/>
                        </a:lnTo>
                        <a:lnTo>
                          <a:pt x="0" y="27904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6" name="Graphic 7">
                  <a:extLst>
                    <a:ext uri="{FF2B5EF4-FFF2-40B4-BE49-F238E27FC236}">
                      <a16:creationId xmlns:a16="http://schemas.microsoft.com/office/drawing/2014/main" id="{73CBC8DA-5993-0C16-D530-55D2140224C3}"/>
                    </a:ext>
                  </a:extLst>
                </p:cNvPr>
                <p:cNvGrpSpPr/>
                <p:nvPr/>
              </p:nvGrpSpPr>
              <p:grpSpPr>
                <a:xfrm>
                  <a:off x="-845625" y="-704135"/>
                  <a:ext cx="936822" cy="9810957"/>
                  <a:chOff x="-845625" y="-704135"/>
                  <a:chExt cx="936822" cy="9810957"/>
                </a:xfrm>
                <a:solidFill>
                  <a:srgbClr val="CED6DB"/>
                </a:solidFill>
              </p:grpSpPr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C8853735-BB91-3BCB-A0E3-B623B8B21D58}"/>
                      </a:ext>
                    </a:extLst>
                  </p:cNvPr>
                  <p:cNvSpPr/>
                  <p:nvPr/>
                </p:nvSpPr>
                <p:spPr>
                  <a:xfrm rot="-359569">
                    <a:off x="-831243" y="-701449"/>
                    <a:ext cx="66054" cy="278963"/>
                  </a:xfrm>
                  <a:custGeom>
                    <a:avLst/>
                    <a:gdLst>
                      <a:gd name="connsiteX0" fmla="*/ 0 w 66054"/>
                      <a:gd name="connsiteY0" fmla="*/ 0 h 278963"/>
                      <a:gd name="connsiteX1" fmla="*/ 66054 w 66054"/>
                      <a:gd name="connsiteY1" fmla="*/ 0 h 278963"/>
                      <a:gd name="connsiteX2" fmla="*/ 66054 w 66054"/>
                      <a:gd name="connsiteY2" fmla="*/ 278964 h 278963"/>
                      <a:gd name="connsiteX3" fmla="*/ 0 w 66054"/>
                      <a:gd name="connsiteY3" fmla="*/ 278964 h 278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8964"/>
                        </a:lnTo>
                        <a:lnTo>
                          <a:pt x="0" y="27896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6DC880A5-BD43-6286-C82C-2042EC48A728}"/>
                      </a:ext>
                    </a:extLst>
                  </p:cNvPr>
                  <p:cNvSpPr/>
                  <p:nvPr/>
                </p:nvSpPr>
                <p:spPr>
                  <a:xfrm rot="-359911">
                    <a:off x="-4937" y="7162766"/>
                    <a:ext cx="66055" cy="278999"/>
                  </a:xfrm>
                  <a:custGeom>
                    <a:avLst/>
                    <a:gdLst>
                      <a:gd name="connsiteX0" fmla="*/ 0 w 66055"/>
                      <a:gd name="connsiteY0" fmla="*/ 0 h 278999"/>
                      <a:gd name="connsiteX1" fmla="*/ 66055 w 66055"/>
                      <a:gd name="connsiteY1" fmla="*/ 0 h 278999"/>
                      <a:gd name="connsiteX2" fmla="*/ 66055 w 66055"/>
                      <a:gd name="connsiteY2" fmla="*/ 278999 h 278999"/>
                      <a:gd name="connsiteX3" fmla="*/ 0 w 66055"/>
                      <a:gd name="connsiteY3" fmla="*/ 278999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99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99"/>
                        </a:lnTo>
                        <a:lnTo>
                          <a:pt x="0" y="27899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9" name="Graphic 7">
                  <a:extLst>
                    <a:ext uri="{FF2B5EF4-FFF2-40B4-BE49-F238E27FC236}">
                      <a16:creationId xmlns:a16="http://schemas.microsoft.com/office/drawing/2014/main" id="{7811F160-4E03-15A6-21ED-D9B37454E346}"/>
                    </a:ext>
                  </a:extLst>
                </p:cNvPr>
                <p:cNvGrpSpPr/>
                <p:nvPr/>
              </p:nvGrpSpPr>
              <p:grpSpPr>
                <a:xfrm>
                  <a:off x="-987329" y="-687879"/>
                  <a:ext cx="1224925" cy="9772219"/>
                  <a:chOff x="-987329" y="-687879"/>
                  <a:chExt cx="1224925" cy="9772219"/>
                </a:xfrm>
                <a:solidFill>
                  <a:srgbClr val="CED6DB"/>
                </a:solidFill>
              </p:grpSpPr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90B10FD8-CD32-3888-E005-5AD44C00C4AD}"/>
                      </a:ext>
                    </a:extLst>
                  </p:cNvPr>
                  <p:cNvSpPr/>
                  <p:nvPr/>
                </p:nvSpPr>
                <p:spPr>
                  <a:xfrm rot="-479395">
                    <a:off x="-968262" y="-684642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59 h 278959"/>
                      <a:gd name="connsiteX3" fmla="*/ 0 w 66057"/>
                      <a:gd name="connsiteY3" fmla="*/ 278959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9"/>
                        </a:lnTo>
                        <a:lnTo>
                          <a:pt x="0" y="2789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30B78942-3C8D-F0DF-A71C-D1BC2882C700}"/>
                      </a:ext>
                    </a:extLst>
                  </p:cNvPr>
                  <p:cNvSpPr/>
                  <p:nvPr/>
                </p:nvSpPr>
                <p:spPr>
                  <a:xfrm rot="-479736">
                    <a:off x="131950" y="7146317"/>
                    <a:ext cx="66058" cy="278979"/>
                  </a:xfrm>
                  <a:custGeom>
                    <a:avLst/>
                    <a:gdLst>
                      <a:gd name="connsiteX0" fmla="*/ 0 w 66058"/>
                      <a:gd name="connsiteY0" fmla="*/ 0 h 278979"/>
                      <a:gd name="connsiteX1" fmla="*/ 66058 w 66058"/>
                      <a:gd name="connsiteY1" fmla="*/ 0 h 278979"/>
                      <a:gd name="connsiteX2" fmla="*/ 66058 w 66058"/>
                      <a:gd name="connsiteY2" fmla="*/ 278980 h 278979"/>
                      <a:gd name="connsiteX3" fmla="*/ 0 w 66058"/>
                      <a:gd name="connsiteY3" fmla="*/ 278980 h 278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79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80"/>
                        </a:lnTo>
                        <a:lnTo>
                          <a:pt x="0" y="27898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2" name="Graphic 7">
                  <a:extLst>
                    <a:ext uri="{FF2B5EF4-FFF2-40B4-BE49-F238E27FC236}">
                      <a16:creationId xmlns:a16="http://schemas.microsoft.com/office/drawing/2014/main" id="{12495585-FF1B-B17F-0FAB-953438360563}"/>
                    </a:ext>
                  </a:extLst>
                </p:cNvPr>
                <p:cNvGrpSpPr/>
                <p:nvPr/>
              </p:nvGrpSpPr>
              <p:grpSpPr>
                <a:xfrm>
                  <a:off x="-1128263" y="-666625"/>
                  <a:ext cx="1511635" cy="9720643"/>
                  <a:chOff x="-1128263" y="-666625"/>
                  <a:chExt cx="1511635" cy="9720643"/>
                </a:xfrm>
                <a:solidFill>
                  <a:srgbClr val="CED6DB"/>
                </a:solidFill>
              </p:grpSpPr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5629E395-9986-98D5-5E11-F8AA33F52401}"/>
                      </a:ext>
                    </a:extLst>
                  </p:cNvPr>
                  <p:cNvSpPr/>
                  <p:nvPr/>
                </p:nvSpPr>
                <p:spPr>
                  <a:xfrm rot="-599842">
                    <a:off x="-1104552" y="-663009"/>
                    <a:ext cx="66055" cy="278936"/>
                  </a:xfrm>
                  <a:custGeom>
                    <a:avLst/>
                    <a:gdLst>
                      <a:gd name="connsiteX0" fmla="*/ 0 w 66055"/>
                      <a:gd name="connsiteY0" fmla="*/ 0 h 278936"/>
                      <a:gd name="connsiteX1" fmla="*/ 66056 w 66055"/>
                      <a:gd name="connsiteY1" fmla="*/ 0 h 278936"/>
                      <a:gd name="connsiteX2" fmla="*/ 66056 w 66055"/>
                      <a:gd name="connsiteY2" fmla="*/ 278936 h 278936"/>
                      <a:gd name="connsiteX3" fmla="*/ 0 w 66055"/>
                      <a:gd name="connsiteY3" fmla="*/ 278936 h 2789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36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36"/>
                        </a:lnTo>
                        <a:lnTo>
                          <a:pt x="0" y="27893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A6DC6D7D-8A60-1532-3F03-10AFE7DD1ED3}"/>
                      </a:ext>
                    </a:extLst>
                  </p:cNvPr>
                  <p:cNvSpPr/>
                  <p:nvPr/>
                </p:nvSpPr>
                <p:spPr>
                  <a:xfrm rot="-599503">
                    <a:off x="268313" y="7124373"/>
                    <a:ext cx="66054" cy="278964"/>
                  </a:xfrm>
                  <a:custGeom>
                    <a:avLst/>
                    <a:gdLst>
                      <a:gd name="connsiteX0" fmla="*/ 0 w 66054"/>
                      <a:gd name="connsiteY0" fmla="*/ 0 h 278964"/>
                      <a:gd name="connsiteX1" fmla="*/ 66055 w 66054"/>
                      <a:gd name="connsiteY1" fmla="*/ 0 h 278964"/>
                      <a:gd name="connsiteX2" fmla="*/ 66055 w 66054"/>
                      <a:gd name="connsiteY2" fmla="*/ 278964 h 278964"/>
                      <a:gd name="connsiteX3" fmla="*/ 0 w 66054"/>
                      <a:gd name="connsiteY3" fmla="*/ 278964 h 2789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4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4"/>
                        </a:lnTo>
                        <a:lnTo>
                          <a:pt x="0" y="27896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5" name="Graphic 7">
                  <a:extLst>
                    <a:ext uri="{FF2B5EF4-FFF2-40B4-BE49-F238E27FC236}">
                      <a16:creationId xmlns:a16="http://schemas.microsoft.com/office/drawing/2014/main" id="{806D4257-252F-DB67-97E3-3E3D423961FB}"/>
                    </a:ext>
                  </a:extLst>
                </p:cNvPr>
                <p:cNvGrpSpPr/>
                <p:nvPr/>
              </p:nvGrpSpPr>
              <p:grpSpPr>
                <a:xfrm>
                  <a:off x="-1268225" y="-640569"/>
                  <a:ext cx="1796662" cy="9658004"/>
                  <a:chOff x="-1268225" y="-640569"/>
                  <a:chExt cx="1796662" cy="9658004"/>
                </a:xfrm>
                <a:solidFill>
                  <a:srgbClr val="CED6DB"/>
                </a:solidFill>
              </p:grpSpPr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8132E866-8B49-938B-7027-C052BBE068E4}"/>
                      </a:ext>
                    </a:extLst>
                  </p:cNvPr>
                  <p:cNvSpPr/>
                  <p:nvPr/>
                </p:nvSpPr>
                <p:spPr>
                  <a:xfrm rot="-719995">
                    <a:off x="-1239944" y="-636751"/>
                    <a:ext cx="66053" cy="278993"/>
                  </a:xfrm>
                  <a:custGeom>
                    <a:avLst/>
                    <a:gdLst>
                      <a:gd name="connsiteX0" fmla="*/ 0 w 66053"/>
                      <a:gd name="connsiteY0" fmla="*/ 0 h 278993"/>
                      <a:gd name="connsiteX1" fmla="*/ 66054 w 66053"/>
                      <a:gd name="connsiteY1" fmla="*/ 0 h 278993"/>
                      <a:gd name="connsiteX2" fmla="*/ 66054 w 66053"/>
                      <a:gd name="connsiteY2" fmla="*/ 278993 h 278993"/>
                      <a:gd name="connsiteX3" fmla="*/ 0 w 66053"/>
                      <a:gd name="connsiteY3" fmla="*/ 278993 h 2789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9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8993"/>
                        </a:lnTo>
                        <a:lnTo>
                          <a:pt x="0" y="27899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ECEAE1BD-9AEC-D87B-4DD6-FF5E542D28EF}"/>
                      </a:ext>
                    </a:extLst>
                  </p:cNvPr>
                  <p:cNvSpPr/>
                  <p:nvPr/>
                </p:nvSpPr>
                <p:spPr>
                  <a:xfrm rot="-720667">
                    <a:off x="403996" y="7098158"/>
                    <a:ext cx="66056" cy="279004"/>
                  </a:xfrm>
                  <a:custGeom>
                    <a:avLst/>
                    <a:gdLst>
                      <a:gd name="connsiteX0" fmla="*/ 0 w 66056"/>
                      <a:gd name="connsiteY0" fmla="*/ 0 h 279004"/>
                      <a:gd name="connsiteX1" fmla="*/ 66056 w 66056"/>
                      <a:gd name="connsiteY1" fmla="*/ 0 h 279004"/>
                      <a:gd name="connsiteX2" fmla="*/ 66056 w 66056"/>
                      <a:gd name="connsiteY2" fmla="*/ 279005 h 279004"/>
                      <a:gd name="connsiteX3" fmla="*/ 0 w 66056"/>
                      <a:gd name="connsiteY3" fmla="*/ 279005 h 2790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4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8" name="Graphic 7">
                  <a:extLst>
                    <a:ext uri="{FF2B5EF4-FFF2-40B4-BE49-F238E27FC236}">
                      <a16:creationId xmlns:a16="http://schemas.microsoft.com/office/drawing/2014/main" id="{7F869E5C-1162-FDDE-3B2E-6AC96FFB33B5}"/>
                    </a:ext>
                  </a:extLst>
                </p:cNvPr>
                <p:cNvGrpSpPr/>
                <p:nvPr/>
              </p:nvGrpSpPr>
              <p:grpSpPr>
                <a:xfrm>
                  <a:off x="-1407319" y="-609486"/>
                  <a:ext cx="2079787" cy="9583352"/>
                  <a:chOff x="-1407319" y="-609486"/>
                  <a:chExt cx="2079787" cy="9583352"/>
                </a:xfrm>
                <a:solidFill>
                  <a:srgbClr val="CED6DB"/>
                </a:solidFill>
              </p:grpSpPr>
              <p:sp>
                <p:nvSpPr>
                  <p:cNvPr id="79" name="Freeform: Shape 78">
                    <a:extLst>
                      <a:ext uri="{FF2B5EF4-FFF2-40B4-BE49-F238E27FC236}">
                        <a16:creationId xmlns:a16="http://schemas.microsoft.com/office/drawing/2014/main" id="{9F80F9EB-3A19-4BDB-FB90-2A094EF16082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-1374543" y="-605639"/>
                    <a:ext cx="66058" cy="278996"/>
                  </a:xfrm>
                  <a:custGeom>
                    <a:avLst/>
                    <a:gdLst>
                      <a:gd name="connsiteX0" fmla="*/ 0 w 66058"/>
                      <a:gd name="connsiteY0" fmla="*/ 0 h 278996"/>
                      <a:gd name="connsiteX1" fmla="*/ 66058 w 66058"/>
                      <a:gd name="connsiteY1" fmla="*/ 0 h 278996"/>
                      <a:gd name="connsiteX2" fmla="*/ 66058 w 66058"/>
                      <a:gd name="connsiteY2" fmla="*/ 278997 h 278996"/>
                      <a:gd name="connsiteX3" fmla="*/ 0 w 66058"/>
                      <a:gd name="connsiteY3" fmla="*/ 278997 h 278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6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97"/>
                        </a:lnTo>
                        <a:lnTo>
                          <a:pt x="0" y="27899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8CBB098A-1AAC-A32F-D0E9-E530BAD292DB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538820" y="7067235"/>
                    <a:ext cx="66058" cy="278980"/>
                  </a:xfrm>
                  <a:custGeom>
                    <a:avLst/>
                    <a:gdLst>
                      <a:gd name="connsiteX0" fmla="*/ 0 w 66058"/>
                      <a:gd name="connsiteY0" fmla="*/ 0 h 278980"/>
                      <a:gd name="connsiteX1" fmla="*/ 66058 w 66058"/>
                      <a:gd name="connsiteY1" fmla="*/ 0 h 278980"/>
                      <a:gd name="connsiteX2" fmla="*/ 66058 w 66058"/>
                      <a:gd name="connsiteY2" fmla="*/ 278980 h 278980"/>
                      <a:gd name="connsiteX3" fmla="*/ 0 w 66058"/>
                      <a:gd name="connsiteY3" fmla="*/ 278980 h 278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80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80"/>
                        </a:lnTo>
                        <a:lnTo>
                          <a:pt x="0" y="27898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1" name="Graphic 7">
                  <a:extLst>
                    <a:ext uri="{FF2B5EF4-FFF2-40B4-BE49-F238E27FC236}">
                      <a16:creationId xmlns:a16="http://schemas.microsoft.com/office/drawing/2014/main" id="{E3FE7C12-C1E1-0777-93B1-4DD6BA96EEB4}"/>
                    </a:ext>
                  </a:extLst>
                </p:cNvPr>
                <p:cNvGrpSpPr/>
                <p:nvPr/>
              </p:nvGrpSpPr>
              <p:grpSpPr>
                <a:xfrm>
                  <a:off x="-1545019" y="-573635"/>
                  <a:ext cx="2359508" cy="9496888"/>
                  <a:chOff x="-1545019" y="-573635"/>
                  <a:chExt cx="2359508" cy="9496888"/>
                </a:xfrm>
                <a:solidFill>
                  <a:srgbClr val="CED6DB"/>
                </a:solidFill>
              </p:grpSpPr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32E86090-6947-7C70-5EF4-F63214020F51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-1507855" y="-569936"/>
                    <a:ext cx="66042" cy="278981"/>
                  </a:xfrm>
                  <a:custGeom>
                    <a:avLst/>
                    <a:gdLst>
                      <a:gd name="connsiteX0" fmla="*/ 0 w 66042"/>
                      <a:gd name="connsiteY0" fmla="*/ 0 h 278981"/>
                      <a:gd name="connsiteX1" fmla="*/ 66042 w 66042"/>
                      <a:gd name="connsiteY1" fmla="*/ 0 h 278981"/>
                      <a:gd name="connsiteX2" fmla="*/ 66042 w 66042"/>
                      <a:gd name="connsiteY2" fmla="*/ 278981 h 278981"/>
                      <a:gd name="connsiteX3" fmla="*/ 0 w 66042"/>
                      <a:gd name="connsiteY3" fmla="*/ 278981 h 2789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2" h="278981">
                        <a:moveTo>
                          <a:pt x="0" y="0"/>
                        </a:moveTo>
                        <a:lnTo>
                          <a:pt x="66042" y="0"/>
                        </a:lnTo>
                        <a:lnTo>
                          <a:pt x="66042" y="278981"/>
                        </a:lnTo>
                        <a:lnTo>
                          <a:pt x="0" y="27898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7E1CB22C-8D5B-109C-0CB2-5C4E5B1583E6}"/>
                      </a:ext>
                    </a:extLst>
                  </p:cNvPr>
                  <p:cNvSpPr/>
                  <p:nvPr/>
                </p:nvSpPr>
                <p:spPr>
                  <a:xfrm rot="-960596">
                    <a:off x="671739" y="7031383"/>
                    <a:ext cx="66055" cy="279019"/>
                  </a:xfrm>
                  <a:custGeom>
                    <a:avLst/>
                    <a:gdLst>
                      <a:gd name="connsiteX0" fmla="*/ 0 w 66055"/>
                      <a:gd name="connsiteY0" fmla="*/ 0 h 279019"/>
                      <a:gd name="connsiteX1" fmla="*/ 66056 w 66055"/>
                      <a:gd name="connsiteY1" fmla="*/ 0 h 279019"/>
                      <a:gd name="connsiteX2" fmla="*/ 66056 w 66055"/>
                      <a:gd name="connsiteY2" fmla="*/ 279019 h 279019"/>
                      <a:gd name="connsiteX3" fmla="*/ 0 w 66055"/>
                      <a:gd name="connsiteY3" fmla="*/ 279019 h 279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19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19"/>
                        </a:lnTo>
                        <a:lnTo>
                          <a:pt x="0" y="27901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4" name="Graphic 7">
                  <a:extLst>
                    <a:ext uri="{FF2B5EF4-FFF2-40B4-BE49-F238E27FC236}">
                      <a16:creationId xmlns:a16="http://schemas.microsoft.com/office/drawing/2014/main" id="{155BA6A4-6E17-74DA-30E1-EB888BACA4C3}"/>
                    </a:ext>
                  </a:extLst>
                </p:cNvPr>
                <p:cNvGrpSpPr/>
                <p:nvPr/>
              </p:nvGrpSpPr>
              <p:grpSpPr>
                <a:xfrm>
                  <a:off x="-1681330" y="-533035"/>
                  <a:ext cx="2636525" cy="9398632"/>
                  <a:chOff x="-1681330" y="-533035"/>
                  <a:chExt cx="2636525" cy="9398632"/>
                </a:xfrm>
                <a:solidFill>
                  <a:srgbClr val="CED6DB"/>
                </a:solidFill>
              </p:grpSpPr>
              <p:sp>
                <p:nvSpPr>
                  <p:cNvPr id="85" name="Freeform: Shape 84">
                    <a:extLst>
                      <a:ext uri="{FF2B5EF4-FFF2-40B4-BE49-F238E27FC236}">
                        <a16:creationId xmlns:a16="http://schemas.microsoft.com/office/drawing/2014/main" id="{BF37BFA5-5A16-BEB4-8B54-28B8D40A682B}"/>
                      </a:ext>
                    </a:extLst>
                  </p:cNvPr>
                  <p:cNvSpPr/>
                  <p:nvPr/>
                </p:nvSpPr>
                <p:spPr>
                  <a:xfrm rot="-1079898">
                    <a:off x="-1639840" y="-529653"/>
                    <a:ext cx="66075" cy="279016"/>
                  </a:xfrm>
                  <a:custGeom>
                    <a:avLst/>
                    <a:gdLst>
                      <a:gd name="connsiteX0" fmla="*/ 0 w 66075"/>
                      <a:gd name="connsiteY0" fmla="*/ 0 h 279016"/>
                      <a:gd name="connsiteX1" fmla="*/ 66076 w 66075"/>
                      <a:gd name="connsiteY1" fmla="*/ 0 h 279016"/>
                      <a:gd name="connsiteX2" fmla="*/ 66076 w 66075"/>
                      <a:gd name="connsiteY2" fmla="*/ 279017 h 279016"/>
                      <a:gd name="connsiteX3" fmla="*/ 0 w 66075"/>
                      <a:gd name="connsiteY3" fmla="*/ 279017 h 279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16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17"/>
                        </a:lnTo>
                        <a:lnTo>
                          <a:pt x="0" y="27901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A6BE3D90-D9F5-5B1D-942B-40BD22DAA0FC}"/>
                      </a:ext>
                    </a:extLst>
                  </p:cNvPr>
                  <p:cNvSpPr/>
                  <p:nvPr/>
                </p:nvSpPr>
                <p:spPr>
                  <a:xfrm rot="-1080004">
                    <a:off x="803521" y="6990756"/>
                    <a:ext cx="66052" cy="278957"/>
                  </a:xfrm>
                  <a:custGeom>
                    <a:avLst/>
                    <a:gdLst>
                      <a:gd name="connsiteX0" fmla="*/ 0 w 66052"/>
                      <a:gd name="connsiteY0" fmla="*/ 0 h 278957"/>
                      <a:gd name="connsiteX1" fmla="*/ 66053 w 66052"/>
                      <a:gd name="connsiteY1" fmla="*/ 0 h 278957"/>
                      <a:gd name="connsiteX2" fmla="*/ 66053 w 66052"/>
                      <a:gd name="connsiteY2" fmla="*/ 278958 h 278957"/>
                      <a:gd name="connsiteX3" fmla="*/ 0 w 66052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2" h="27895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7" name="Graphic 7">
                  <a:extLst>
                    <a:ext uri="{FF2B5EF4-FFF2-40B4-BE49-F238E27FC236}">
                      <a16:creationId xmlns:a16="http://schemas.microsoft.com/office/drawing/2014/main" id="{45748CF6-B62A-B017-5DEA-6F8CD0EA571B}"/>
                    </a:ext>
                  </a:extLst>
                </p:cNvPr>
                <p:cNvGrpSpPr/>
                <p:nvPr/>
              </p:nvGrpSpPr>
              <p:grpSpPr>
                <a:xfrm>
                  <a:off x="-1815921" y="-487627"/>
                  <a:ext cx="2910700" cy="9290050"/>
                  <a:chOff x="-1815921" y="-487627"/>
                  <a:chExt cx="2910700" cy="9290050"/>
                </a:xfrm>
                <a:solidFill>
                  <a:srgbClr val="CED6DB"/>
                </a:solidFill>
              </p:grpSpPr>
              <p:sp>
                <p:nvSpPr>
                  <p:cNvPr id="88" name="Freeform: Shape 87">
                    <a:extLst>
                      <a:ext uri="{FF2B5EF4-FFF2-40B4-BE49-F238E27FC236}">
                        <a16:creationId xmlns:a16="http://schemas.microsoft.com/office/drawing/2014/main" id="{E6183A3A-1DCA-C948-EF68-C4CE91EFA022}"/>
                      </a:ext>
                    </a:extLst>
                  </p:cNvPr>
                  <p:cNvSpPr/>
                  <p:nvPr/>
                </p:nvSpPr>
                <p:spPr>
                  <a:xfrm rot="-1199603">
                    <a:off x="-1770218" y="-484741"/>
                    <a:ext cx="66054" cy="278980"/>
                  </a:xfrm>
                  <a:custGeom>
                    <a:avLst/>
                    <a:gdLst>
                      <a:gd name="connsiteX0" fmla="*/ 0 w 66054"/>
                      <a:gd name="connsiteY0" fmla="*/ 0 h 278980"/>
                      <a:gd name="connsiteX1" fmla="*/ 66055 w 66054"/>
                      <a:gd name="connsiteY1" fmla="*/ 0 h 278980"/>
                      <a:gd name="connsiteX2" fmla="*/ 66055 w 66054"/>
                      <a:gd name="connsiteY2" fmla="*/ 278981 h 278980"/>
                      <a:gd name="connsiteX3" fmla="*/ 0 w 66054"/>
                      <a:gd name="connsiteY3" fmla="*/ 278981 h 278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0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1"/>
                        </a:lnTo>
                        <a:lnTo>
                          <a:pt x="0" y="27898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C5490800-DF1E-DE61-8DD5-801AD859B3E7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934266" y="6946434"/>
                    <a:ext cx="66059" cy="278999"/>
                  </a:xfrm>
                  <a:custGeom>
                    <a:avLst/>
                    <a:gdLst>
                      <a:gd name="connsiteX0" fmla="*/ 0 w 66059"/>
                      <a:gd name="connsiteY0" fmla="*/ 0 h 278999"/>
                      <a:gd name="connsiteX1" fmla="*/ 66059 w 66059"/>
                      <a:gd name="connsiteY1" fmla="*/ 0 h 278999"/>
                      <a:gd name="connsiteX2" fmla="*/ 66059 w 66059"/>
                      <a:gd name="connsiteY2" fmla="*/ 279000 h 278999"/>
                      <a:gd name="connsiteX3" fmla="*/ 0 w 66059"/>
                      <a:gd name="connsiteY3" fmla="*/ 279000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0" name="Graphic 7">
                  <a:extLst>
                    <a:ext uri="{FF2B5EF4-FFF2-40B4-BE49-F238E27FC236}">
                      <a16:creationId xmlns:a16="http://schemas.microsoft.com/office/drawing/2014/main" id="{FB9F3545-E7E5-0483-9BDA-D315DA3169D3}"/>
                    </a:ext>
                  </a:extLst>
                </p:cNvPr>
                <p:cNvGrpSpPr/>
                <p:nvPr/>
              </p:nvGrpSpPr>
              <p:grpSpPr>
                <a:xfrm>
                  <a:off x="-1948968" y="-437353"/>
                  <a:ext cx="3181041" cy="9168616"/>
                  <a:chOff x="-1948968" y="-437353"/>
                  <a:chExt cx="3181041" cy="9168616"/>
                </a:xfrm>
                <a:solidFill>
                  <a:srgbClr val="CED6DB"/>
                </a:solidFill>
              </p:grpSpPr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1C15F109-459A-5B66-2338-DB61EC6A110C}"/>
                      </a:ext>
                    </a:extLst>
                  </p:cNvPr>
                  <p:cNvSpPr/>
                  <p:nvPr/>
                </p:nvSpPr>
                <p:spPr>
                  <a:xfrm rot="-1319958">
                    <a:off x="-1899121" y="-435137"/>
                    <a:ext cx="66057" cy="278977"/>
                  </a:xfrm>
                  <a:custGeom>
                    <a:avLst/>
                    <a:gdLst>
                      <a:gd name="connsiteX0" fmla="*/ 0 w 66057"/>
                      <a:gd name="connsiteY0" fmla="*/ 0 h 278977"/>
                      <a:gd name="connsiteX1" fmla="*/ 66058 w 66057"/>
                      <a:gd name="connsiteY1" fmla="*/ 0 h 278977"/>
                      <a:gd name="connsiteX2" fmla="*/ 66058 w 66057"/>
                      <a:gd name="connsiteY2" fmla="*/ 278977 h 278977"/>
                      <a:gd name="connsiteX3" fmla="*/ 0 w 66057"/>
                      <a:gd name="connsiteY3" fmla="*/ 278977 h 2789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77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77"/>
                        </a:lnTo>
                        <a:lnTo>
                          <a:pt x="0" y="27897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F499B410-5C08-F39F-D7E8-40BBA1985206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1062900" y="6896511"/>
                    <a:ext cx="66053" cy="279011"/>
                  </a:xfrm>
                  <a:custGeom>
                    <a:avLst/>
                    <a:gdLst>
                      <a:gd name="connsiteX0" fmla="*/ 0 w 66053"/>
                      <a:gd name="connsiteY0" fmla="*/ 0 h 279011"/>
                      <a:gd name="connsiteX1" fmla="*/ 66054 w 66053"/>
                      <a:gd name="connsiteY1" fmla="*/ 0 h 279011"/>
                      <a:gd name="connsiteX2" fmla="*/ 66054 w 66053"/>
                      <a:gd name="connsiteY2" fmla="*/ 279011 h 279011"/>
                      <a:gd name="connsiteX3" fmla="*/ 0 w 66053"/>
                      <a:gd name="connsiteY3" fmla="*/ 279011 h 279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11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3" name="Graphic 7">
                  <a:extLst>
                    <a:ext uri="{FF2B5EF4-FFF2-40B4-BE49-F238E27FC236}">
                      <a16:creationId xmlns:a16="http://schemas.microsoft.com/office/drawing/2014/main" id="{95A0C9D9-5405-31E4-26E5-72A7A19280C8}"/>
                    </a:ext>
                  </a:extLst>
                </p:cNvPr>
                <p:cNvGrpSpPr/>
                <p:nvPr/>
              </p:nvGrpSpPr>
              <p:grpSpPr>
                <a:xfrm>
                  <a:off x="-2079939" y="-382718"/>
                  <a:ext cx="3447728" cy="9037602"/>
                  <a:chOff x="-2079939" y="-382718"/>
                  <a:chExt cx="3447728" cy="9037602"/>
                </a:xfrm>
                <a:solidFill>
                  <a:srgbClr val="CED6DB"/>
                </a:solidFill>
              </p:grpSpPr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F40B790C-5FF5-0707-8C2E-C32DD99F7D36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-2026061" y="-381343"/>
                    <a:ext cx="66053" cy="278974"/>
                  </a:xfrm>
                  <a:custGeom>
                    <a:avLst/>
                    <a:gdLst>
                      <a:gd name="connsiteX0" fmla="*/ 0 w 66053"/>
                      <a:gd name="connsiteY0" fmla="*/ 0 h 278974"/>
                      <a:gd name="connsiteX1" fmla="*/ 66053 w 66053"/>
                      <a:gd name="connsiteY1" fmla="*/ 0 h 278974"/>
                      <a:gd name="connsiteX2" fmla="*/ 66053 w 66053"/>
                      <a:gd name="connsiteY2" fmla="*/ 278974 h 278974"/>
                      <a:gd name="connsiteX3" fmla="*/ 0 w 66053"/>
                      <a:gd name="connsiteY3" fmla="*/ 278974 h 278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74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74"/>
                        </a:lnTo>
                        <a:lnTo>
                          <a:pt x="0" y="2789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4E1CD9F1-1EA7-262F-3364-96C54B6A848F}"/>
                      </a:ext>
                    </a:extLst>
                  </p:cNvPr>
                  <p:cNvSpPr/>
                  <p:nvPr/>
                </p:nvSpPr>
                <p:spPr>
                  <a:xfrm rot="-1439809">
                    <a:off x="1190131" y="6843146"/>
                    <a:ext cx="66059" cy="279032"/>
                  </a:xfrm>
                  <a:custGeom>
                    <a:avLst/>
                    <a:gdLst>
                      <a:gd name="connsiteX0" fmla="*/ 0 w 66059"/>
                      <a:gd name="connsiteY0" fmla="*/ 0 h 279032"/>
                      <a:gd name="connsiteX1" fmla="*/ 66059 w 66059"/>
                      <a:gd name="connsiteY1" fmla="*/ 0 h 279032"/>
                      <a:gd name="connsiteX2" fmla="*/ 66059 w 66059"/>
                      <a:gd name="connsiteY2" fmla="*/ 279033 h 279032"/>
                      <a:gd name="connsiteX3" fmla="*/ 0 w 66059"/>
                      <a:gd name="connsiteY3" fmla="*/ 279033 h 279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9032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33"/>
                        </a:lnTo>
                        <a:lnTo>
                          <a:pt x="0" y="27903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6" name="Graphic 7">
                  <a:extLst>
                    <a:ext uri="{FF2B5EF4-FFF2-40B4-BE49-F238E27FC236}">
                      <a16:creationId xmlns:a16="http://schemas.microsoft.com/office/drawing/2014/main" id="{906BCDC7-1E99-7F5C-8443-C0F0C5C9D60C}"/>
                    </a:ext>
                  </a:extLst>
                </p:cNvPr>
                <p:cNvGrpSpPr/>
                <p:nvPr/>
              </p:nvGrpSpPr>
              <p:grpSpPr>
                <a:xfrm>
                  <a:off x="-2209174" y="-323269"/>
                  <a:ext cx="3710453" cy="8893780"/>
                  <a:chOff x="-2209174" y="-323269"/>
                  <a:chExt cx="3710453" cy="8893780"/>
                </a:xfrm>
                <a:solidFill>
                  <a:srgbClr val="CED6DB"/>
                </a:solidFill>
              </p:grpSpPr>
              <p:sp>
                <p:nvSpPr>
                  <p:cNvPr id="97" name="Freeform: Shape 96">
                    <a:extLst>
                      <a:ext uri="{FF2B5EF4-FFF2-40B4-BE49-F238E27FC236}">
                        <a16:creationId xmlns:a16="http://schemas.microsoft.com/office/drawing/2014/main" id="{8EB6C057-7C67-F678-59E8-717CD5C44CED}"/>
                      </a:ext>
                    </a:extLst>
                  </p:cNvPr>
                  <p:cNvSpPr/>
                  <p:nvPr/>
                </p:nvSpPr>
                <p:spPr>
                  <a:xfrm rot="-1560389">
                    <a:off x="-2151346" y="-322912"/>
                    <a:ext cx="66060" cy="279023"/>
                  </a:xfrm>
                  <a:custGeom>
                    <a:avLst/>
                    <a:gdLst>
                      <a:gd name="connsiteX0" fmla="*/ 0 w 66060"/>
                      <a:gd name="connsiteY0" fmla="*/ 0 h 279023"/>
                      <a:gd name="connsiteX1" fmla="*/ 66061 w 66060"/>
                      <a:gd name="connsiteY1" fmla="*/ 0 h 279023"/>
                      <a:gd name="connsiteX2" fmla="*/ 66061 w 66060"/>
                      <a:gd name="connsiteY2" fmla="*/ 279024 h 279023"/>
                      <a:gd name="connsiteX3" fmla="*/ 0 w 66060"/>
                      <a:gd name="connsiteY3" fmla="*/ 279024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60" h="279023">
                        <a:moveTo>
                          <a:pt x="0" y="0"/>
                        </a:moveTo>
                        <a:lnTo>
                          <a:pt x="66061" y="0"/>
                        </a:lnTo>
                        <a:lnTo>
                          <a:pt x="66061" y="279024"/>
                        </a:lnTo>
                        <a:lnTo>
                          <a:pt x="0" y="27902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8" name="Freeform: Shape 97">
                    <a:extLst>
                      <a:ext uri="{FF2B5EF4-FFF2-40B4-BE49-F238E27FC236}">
                        <a16:creationId xmlns:a16="http://schemas.microsoft.com/office/drawing/2014/main" id="{010A9948-B9AF-6384-FD7D-73B6FDFEF688}"/>
                      </a:ext>
                    </a:extLst>
                  </p:cNvPr>
                  <p:cNvSpPr/>
                  <p:nvPr/>
                </p:nvSpPr>
                <p:spPr>
                  <a:xfrm rot="-1560540">
                    <a:off x="1315288" y="6784210"/>
                    <a:ext cx="66054" cy="278982"/>
                  </a:xfrm>
                  <a:custGeom>
                    <a:avLst/>
                    <a:gdLst>
                      <a:gd name="connsiteX0" fmla="*/ 0 w 66054"/>
                      <a:gd name="connsiteY0" fmla="*/ 0 h 278982"/>
                      <a:gd name="connsiteX1" fmla="*/ 66055 w 66054"/>
                      <a:gd name="connsiteY1" fmla="*/ 0 h 278982"/>
                      <a:gd name="connsiteX2" fmla="*/ 66055 w 66054"/>
                      <a:gd name="connsiteY2" fmla="*/ 278983 h 278982"/>
                      <a:gd name="connsiteX3" fmla="*/ 0 w 66054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9" name="Graphic 7">
                  <a:extLst>
                    <a:ext uri="{FF2B5EF4-FFF2-40B4-BE49-F238E27FC236}">
                      <a16:creationId xmlns:a16="http://schemas.microsoft.com/office/drawing/2014/main" id="{FC2A51AC-DC7E-CB2E-9813-AB59CFFBAF38}"/>
                    </a:ext>
                  </a:extLst>
                </p:cNvPr>
                <p:cNvGrpSpPr/>
                <p:nvPr/>
              </p:nvGrpSpPr>
              <p:grpSpPr>
                <a:xfrm>
                  <a:off x="-2335759" y="-259501"/>
                  <a:ext cx="3968004" cy="8740798"/>
                  <a:chOff x="-2335759" y="-259501"/>
                  <a:chExt cx="3968004" cy="8740798"/>
                </a:xfrm>
                <a:solidFill>
                  <a:srgbClr val="CED6DB"/>
                </a:solidFill>
              </p:grpSpPr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F5ED29DC-46A9-768F-282A-E72E6DF5CDF1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-2274132" y="-260325"/>
                    <a:ext cx="66054" cy="278982"/>
                  </a:xfrm>
                  <a:custGeom>
                    <a:avLst/>
                    <a:gdLst>
                      <a:gd name="connsiteX0" fmla="*/ 0 w 66054"/>
                      <a:gd name="connsiteY0" fmla="*/ 0 h 278982"/>
                      <a:gd name="connsiteX1" fmla="*/ 66055 w 66054"/>
                      <a:gd name="connsiteY1" fmla="*/ 0 h 278982"/>
                      <a:gd name="connsiteX2" fmla="*/ 66055 w 66054"/>
                      <a:gd name="connsiteY2" fmla="*/ 278982 h 278982"/>
                      <a:gd name="connsiteX3" fmla="*/ 0 w 66054"/>
                      <a:gd name="connsiteY3" fmla="*/ 278982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2"/>
                        </a:lnTo>
                        <a:lnTo>
                          <a:pt x="0" y="27898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FB9FDA0C-9327-18D7-7BFC-BBDCBBFD3A82}"/>
                      </a:ext>
                    </a:extLst>
                  </p:cNvPr>
                  <p:cNvSpPr/>
                  <p:nvPr/>
                </p:nvSpPr>
                <p:spPr>
                  <a:xfrm rot="-1680467">
                    <a:off x="1438112" y="6722043"/>
                    <a:ext cx="66058" cy="279044"/>
                  </a:xfrm>
                  <a:custGeom>
                    <a:avLst/>
                    <a:gdLst>
                      <a:gd name="connsiteX0" fmla="*/ 0 w 66058"/>
                      <a:gd name="connsiteY0" fmla="*/ 0 h 279044"/>
                      <a:gd name="connsiteX1" fmla="*/ 66058 w 66058"/>
                      <a:gd name="connsiteY1" fmla="*/ 0 h 279044"/>
                      <a:gd name="connsiteX2" fmla="*/ 66058 w 66058"/>
                      <a:gd name="connsiteY2" fmla="*/ 279045 h 279044"/>
                      <a:gd name="connsiteX3" fmla="*/ 0 w 66058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2" name="Graphic 7">
                  <a:extLst>
                    <a:ext uri="{FF2B5EF4-FFF2-40B4-BE49-F238E27FC236}">
                      <a16:creationId xmlns:a16="http://schemas.microsoft.com/office/drawing/2014/main" id="{9AAF2415-3635-340A-DF1B-D2A27FBA7565}"/>
                    </a:ext>
                  </a:extLst>
                </p:cNvPr>
                <p:cNvGrpSpPr/>
                <p:nvPr/>
              </p:nvGrpSpPr>
              <p:grpSpPr>
                <a:xfrm>
                  <a:off x="-2460303" y="-191267"/>
                  <a:ext cx="4220989" cy="8576210"/>
                  <a:chOff x="-2460303" y="-191267"/>
                  <a:chExt cx="4220989" cy="8576210"/>
                </a:xfrm>
                <a:solidFill>
                  <a:srgbClr val="CED6DB"/>
                </a:solidFill>
              </p:grpSpPr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3AC77E39-31C8-2629-5EF8-C009EF039B0F}"/>
                      </a:ext>
                    </a:extLst>
                  </p:cNvPr>
                  <p:cNvSpPr/>
                  <p:nvPr/>
                </p:nvSpPr>
                <p:spPr>
                  <a:xfrm rot="-1800341">
                    <a:off x="-2394972" y="-193445"/>
                    <a:ext cx="66058" cy="278981"/>
                  </a:xfrm>
                  <a:custGeom>
                    <a:avLst/>
                    <a:gdLst>
                      <a:gd name="connsiteX0" fmla="*/ 0 w 66058"/>
                      <a:gd name="connsiteY0" fmla="*/ 0 h 278981"/>
                      <a:gd name="connsiteX1" fmla="*/ 66059 w 66058"/>
                      <a:gd name="connsiteY1" fmla="*/ 0 h 278981"/>
                      <a:gd name="connsiteX2" fmla="*/ 66059 w 66058"/>
                      <a:gd name="connsiteY2" fmla="*/ 278982 h 278981"/>
                      <a:gd name="connsiteX3" fmla="*/ 0 w 66058"/>
                      <a:gd name="connsiteY3" fmla="*/ 278982 h 2789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81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82"/>
                        </a:lnTo>
                        <a:lnTo>
                          <a:pt x="0" y="27898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B0980EC4-61CE-4AB7-84E5-C8DC29908A14}"/>
                      </a:ext>
                    </a:extLst>
                  </p:cNvPr>
                  <p:cNvSpPr/>
                  <p:nvPr/>
                </p:nvSpPr>
                <p:spPr>
                  <a:xfrm rot="-1800044">
                    <a:off x="1558636" y="6654934"/>
                    <a:ext cx="66055" cy="279033"/>
                  </a:xfrm>
                  <a:custGeom>
                    <a:avLst/>
                    <a:gdLst>
                      <a:gd name="connsiteX0" fmla="*/ 0 w 66055"/>
                      <a:gd name="connsiteY0" fmla="*/ 0 h 279033"/>
                      <a:gd name="connsiteX1" fmla="*/ 66055 w 66055"/>
                      <a:gd name="connsiteY1" fmla="*/ 0 h 279033"/>
                      <a:gd name="connsiteX2" fmla="*/ 66055 w 66055"/>
                      <a:gd name="connsiteY2" fmla="*/ 279034 h 279033"/>
                      <a:gd name="connsiteX3" fmla="*/ 0 w 66055"/>
                      <a:gd name="connsiteY3" fmla="*/ 279034 h 2790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3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34"/>
                        </a:lnTo>
                        <a:lnTo>
                          <a:pt x="0" y="27903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5" name="Graphic 7">
                  <a:extLst>
                    <a:ext uri="{FF2B5EF4-FFF2-40B4-BE49-F238E27FC236}">
                      <a16:creationId xmlns:a16="http://schemas.microsoft.com/office/drawing/2014/main" id="{9049EE0E-41C1-3EBF-74A3-74C47793288B}"/>
                    </a:ext>
                  </a:extLst>
                </p:cNvPr>
                <p:cNvGrpSpPr/>
                <p:nvPr/>
              </p:nvGrpSpPr>
              <p:grpSpPr>
                <a:xfrm>
                  <a:off x="-2582070" y="-118546"/>
                  <a:ext cx="4469291" cy="8401037"/>
                  <a:chOff x="-2582070" y="-118546"/>
                  <a:chExt cx="4469291" cy="8401037"/>
                </a:xfrm>
                <a:solidFill>
                  <a:srgbClr val="CED6DB"/>
                </a:solidFill>
              </p:grpSpPr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77D81570-7389-A526-B5CC-5BE9FF7FADEF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-2513149" y="-122247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4 h 279023"/>
                      <a:gd name="connsiteX3" fmla="*/ 0 w 66056"/>
                      <a:gd name="connsiteY3" fmla="*/ 279024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4"/>
                        </a:lnTo>
                        <a:lnTo>
                          <a:pt x="0" y="27902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7946B17-2BE9-3A96-6D5F-25280DA1ECAC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1677421" y="6583625"/>
                    <a:ext cx="66040" cy="279106"/>
                  </a:xfrm>
                  <a:custGeom>
                    <a:avLst/>
                    <a:gdLst>
                      <a:gd name="connsiteX0" fmla="*/ 0 w 66040"/>
                      <a:gd name="connsiteY0" fmla="*/ 0 h 279106"/>
                      <a:gd name="connsiteX1" fmla="*/ 66040 w 66040"/>
                      <a:gd name="connsiteY1" fmla="*/ 0 h 279106"/>
                      <a:gd name="connsiteX2" fmla="*/ 66040 w 66040"/>
                      <a:gd name="connsiteY2" fmla="*/ 279106 h 279106"/>
                      <a:gd name="connsiteX3" fmla="*/ 0 w 66040"/>
                      <a:gd name="connsiteY3" fmla="*/ 279106 h 2791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0" h="279106">
                        <a:moveTo>
                          <a:pt x="0" y="0"/>
                        </a:moveTo>
                        <a:lnTo>
                          <a:pt x="66040" y="0"/>
                        </a:lnTo>
                        <a:lnTo>
                          <a:pt x="66040" y="279106"/>
                        </a:lnTo>
                        <a:lnTo>
                          <a:pt x="0" y="27910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8" name="Graphic 7">
                  <a:extLst>
                    <a:ext uri="{FF2B5EF4-FFF2-40B4-BE49-F238E27FC236}">
                      <a16:creationId xmlns:a16="http://schemas.microsoft.com/office/drawing/2014/main" id="{34763123-4953-5270-D14D-7E2EE62C54F5}"/>
                    </a:ext>
                  </a:extLst>
                </p:cNvPr>
                <p:cNvGrpSpPr/>
                <p:nvPr/>
              </p:nvGrpSpPr>
              <p:grpSpPr>
                <a:xfrm>
                  <a:off x="-2701297" y="-41793"/>
                  <a:ext cx="4711310" cy="8216286"/>
                  <a:chOff x="-2701297" y="-41793"/>
                  <a:chExt cx="4711310" cy="8216286"/>
                </a:xfrm>
                <a:solidFill>
                  <a:srgbClr val="CED6DB"/>
                </a:solidFill>
              </p:grpSpPr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CCB5B3AA-80EA-04C7-584F-58BA74D3BF4C}"/>
                      </a:ext>
                    </a:extLst>
                  </p:cNvPr>
                  <p:cNvSpPr/>
                  <p:nvPr/>
                </p:nvSpPr>
                <p:spPr>
                  <a:xfrm rot="-2039615">
                    <a:off x="-2628949" y="-47167"/>
                    <a:ext cx="66056" cy="278990"/>
                  </a:xfrm>
                  <a:custGeom>
                    <a:avLst/>
                    <a:gdLst>
                      <a:gd name="connsiteX0" fmla="*/ 0 w 66056"/>
                      <a:gd name="connsiteY0" fmla="*/ 0 h 278990"/>
                      <a:gd name="connsiteX1" fmla="*/ 66057 w 66056"/>
                      <a:gd name="connsiteY1" fmla="*/ 0 h 278990"/>
                      <a:gd name="connsiteX2" fmla="*/ 66057 w 66056"/>
                      <a:gd name="connsiteY2" fmla="*/ 278990 h 278990"/>
                      <a:gd name="connsiteX3" fmla="*/ 0 w 66056"/>
                      <a:gd name="connsiteY3" fmla="*/ 278990 h 2789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90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90"/>
                        </a:lnTo>
                        <a:lnTo>
                          <a:pt x="0" y="27899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EC67B6E3-4164-A457-064B-633A9B38780A}"/>
                      </a:ext>
                    </a:extLst>
                  </p:cNvPr>
                  <p:cNvSpPr/>
                  <p:nvPr/>
                </p:nvSpPr>
                <p:spPr>
                  <a:xfrm rot="-2040092">
                    <a:off x="1792718" y="6508678"/>
                    <a:ext cx="66055" cy="279032"/>
                  </a:xfrm>
                  <a:custGeom>
                    <a:avLst/>
                    <a:gdLst>
                      <a:gd name="connsiteX0" fmla="*/ 0 w 66055"/>
                      <a:gd name="connsiteY0" fmla="*/ 0 h 279032"/>
                      <a:gd name="connsiteX1" fmla="*/ 66055 w 66055"/>
                      <a:gd name="connsiteY1" fmla="*/ 0 h 279032"/>
                      <a:gd name="connsiteX2" fmla="*/ 66055 w 66055"/>
                      <a:gd name="connsiteY2" fmla="*/ 279032 h 279032"/>
                      <a:gd name="connsiteX3" fmla="*/ 0 w 66055"/>
                      <a:gd name="connsiteY3" fmla="*/ 279032 h 279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32"/>
                        </a:lnTo>
                        <a:lnTo>
                          <a:pt x="0" y="27903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1" name="Graphic 7">
                  <a:extLst>
                    <a:ext uri="{FF2B5EF4-FFF2-40B4-BE49-F238E27FC236}">
                      <a16:creationId xmlns:a16="http://schemas.microsoft.com/office/drawing/2014/main" id="{D4F0D60A-4C18-5A57-B54F-695AF05267B6}"/>
                    </a:ext>
                  </a:extLst>
                </p:cNvPr>
                <p:cNvGrpSpPr/>
                <p:nvPr/>
              </p:nvGrpSpPr>
              <p:grpSpPr>
                <a:xfrm>
                  <a:off x="-2817644" y="39156"/>
                  <a:ext cx="4948379" cy="8021003"/>
                  <a:chOff x="-2817644" y="39156"/>
                  <a:chExt cx="4948379" cy="8021003"/>
                </a:xfrm>
                <a:solidFill>
                  <a:srgbClr val="CED6DB"/>
                </a:solidFill>
              </p:grpSpPr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D8402BAA-4A9F-781E-39A6-F9BDDB84FA79}"/>
                      </a:ext>
                    </a:extLst>
                  </p:cNvPr>
                  <p:cNvSpPr/>
                  <p:nvPr/>
                </p:nvSpPr>
                <p:spPr>
                  <a:xfrm rot="-2160556">
                    <a:off x="-2741950" y="31921"/>
                    <a:ext cx="66055" cy="278966"/>
                  </a:xfrm>
                  <a:custGeom>
                    <a:avLst/>
                    <a:gdLst>
                      <a:gd name="connsiteX0" fmla="*/ 0 w 66055"/>
                      <a:gd name="connsiteY0" fmla="*/ 0 h 278966"/>
                      <a:gd name="connsiteX1" fmla="*/ 66055 w 66055"/>
                      <a:gd name="connsiteY1" fmla="*/ 0 h 278966"/>
                      <a:gd name="connsiteX2" fmla="*/ 66055 w 66055"/>
                      <a:gd name="connsiteY2" fmla="*/ 278966 h 278966"/>
                      <a:gd name="connsiteX3" fmla="*/ 0 w 66055"/>
                      <a:gd name="connsiteY3" fmla="*/ 278966 h 278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66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6"/>
                        </a:lnTo>
                        <a:lnTo>
                          <a:pt x="0" y="27896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011C4CCF-2BFA-EB3C-1F97-10C4ACD6A5B3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1906141" y="6429276"/>
                    <a:ext cx="66056" cy="279038"/>
                  </a:xfrm>
                  <a:custGeom>
                    <a:avLst/>
                    <a:gdLst>
                      <a:gd name="connsiteX0" fmla="*/ 0 w 66056"/>
                      <a:gd name="connsiteY0" fmla="*/ 0 h 279038"/>
                      <a:gd name="connsiteX1" fmla="*/ 66056 w 66056"/>
                      <a:gd name="connsiteY1" fmla="*/ 0 h 279038"/>
                      <a:gd name="connsiteX2" fmla="*/ 66056 w 66056"/>
                      <a:gd name="connsiteY2" fmla="*/ 279039 h 279038"/>
                      <a:gd name="connsiteX3" fmla="*/ 0 w 66056"/>
                      <a:gd name="connsiteY3" fmla="*/ 279039 h 279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38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39"/>
                        </a:lnTo>
                        <a:lnTo>
                          <a:pt x="0" y="27903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4" name="Graphic 7">
                  <a:extLst>
                    <a:ext uri="{FF2B5EF4-FFF2-40B4-BE49-F238E27FC236}">
                      <a16:creationId xmlns:a16="http://schemas.microsoft.com/office/drawing/2014/main" id="{184EAC26-9289-DF40-B8D3-102E9F3D149D}"/>
                    </a:ext>
                  </a:extLst>
                </p:cNvPr>
                <p:cNvGrpSpPr/>
                <p:nvPr/>
              </p:nvGrpSpPr>
              <p:grpSpPr>
                <a:xfrm>
                  <a:off x="-2931212" y="124216"/>
                  <a:ext cx="5179027" cy="7816800"/>
                  <a:chOff x="-2931212" y="124216"/>
                  <a:chExt cx="5179027" cy="7816800"/>
                </a:xfrm>
                <a:solidFill>
                  <a:srgbClr val="CED6DB"/>
                </a:solidFill>
              </p:grpSpPr>
              <p:sp>
                <p:nvSpPr>
                  <p:cNvPr id="115" name="Freeform: Shape 114">
                    <a:extLst>
                      <a:ext uri="{FF2B5EF4-FFF2-40B4-BE49-F238E27FC236}">
                        <a16:creationId xmlns:a16="http://schemas.microsoft.com/office/drawing/2014/main" id="{53F0A224-6196-36E3-35AC-BFB317DAD0F7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-2852322" y="114975"/>
                    <a:ext cx="66057" cy="279010"/>
                  </a:xfrm>
                  <a:custGeom>
                    <a:avLst/>
                    <a:gdLst>
                      <a:gd name="connsiteX0" fmla="*/ 0 w 66057"/>
                      <a:gd name="connsiteY0" fmla="*/ 0 h 279010"/>
                      <a:gd name="connsiteX1" fmla="*/ 66058 w 66057"/>
                      <a:gd name="connsiteY1" fmla="*/ 0 h 279010"/>
                      <a:gd name="connsiteX2" fmla="*/ 66058 w 66057"/>
                      <a:gd name="connsiteY2" fmla="*/ 279011 h 279010"/>
                      <a:gd name="connsiteX3" fmla="*/ 0 w 66057"/>
                      <a:gd name="connsiteY3" fmla="*/ 279011 h 279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10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6" name="Freeform: Shape 115">
                    <a:extLst>
                      <a:ext uri="{FF2B5EF4-FFF2-40B4-BE49-F238E27FC236}">
                        <a16:creationId xmlns:a16="http://schemas.microsoft.com/office/drawing/2014/main" id="{70C6F1C8-1066-B91B-E8F8-1BC8594DDE62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2016161" y="6346740"/>
                    <a:ext cx="66057" cy="279044"/>
                  </a:xfrm>
                  <a:custGeom>
                    <a:avLst/>
                    <a:gdLst>
                      <a:gd name="connsiteX0" fmla="*/ 0 w 66057"/>
                      <a:gd name="connsiteY0" fmla="*/ 0 h 279044"/>
                      <a:gd name="connsiteX1" fmla="*/ 66058 w 66057"/>
                      <a:gd name="connsiteY1" fmla="*/ 0 h 279044"/>
                      <a:gd name="connsiteX2" fmla="*/ 66058 w 66057"/>
                      <a:gd name="connsiteY2" fmla="*/ 279044 h 279044"/>
                      <a:gd name="connsiteX3" fmla="*/ 0 w 66057"/>
                      <a:gd name="connsiteY3" fmla="*/ 279044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4"/>
                        </a:lnTo>
                        <a:lnTo>
                          <a:pt x="0" y="27904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7" name="Graphic 7">
                  <a:extLst>
                    <a:ext uri="{FF2B5EF4-FFF2-40B4-BE49-F238E27FC236}">
                      <a16:creationId xmlns:a16="http://schemas.microsoft.com/office/drawing/2014/main" id="{F33DB0E2-AC69-5E3A-8A14-25D9F9DE4541}"/>
                    </a:ext>
                  </a:extLst>
                </p:cNvPr>
                <p:cNvGrpSpPr/>
                <p:nvPr/>
              </p:nvGrpSpPr>
              <p:grpSpPr>
                <a:xfrm>
                  <a:off x="-3041426" y="213181"/>
                  <a:ext cx="5403273" cy="7601768"/>
                  <a:chOff x="-3041426" y="213181"/>
                  <a:chExt cx="5403273" cy="7601768"/>
                </a:xfrm>
                <a:solidFill>
                  <a:srgbClr val="CED6DB"/>
                </a:solidFill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C558A094-9887-DD46-9CA7-4978E072426A}"/>
                      </a:ext>
                    </a:extLst>
                  </p:cNvPr>
                  <p:cNvSpPr/>
                  <p:nvPr/>
                </p:nvSpPr>
                <p:spPr>
                  <a:xfrm rot="-2399647">
                    <a:off x="-2959503" y="201784"/>
                    <a:ext cx="66055" cy="278969"/>
                  </a:xfrm>
                  <a:custGeom>
                    <a:avLst/>
                    <a:gdLst>
                      <a:gd name="connsiteX0" fmla="*/ 0 w 66055"/>
                      <a:gd name="connsiteY0" fmla="*/ 0 h 278969"/>
                      <a:gd name="connsiteX1" fmla="*/ 66056 w 66055"/>
                      <a:gd name="connsiteY1" fmla="*/ 0 h 278969"/>
                      <a:gd name="connsiteX2" fmla="*/ 66056 w 66055"/>
                      <a:gd name="connsiteY2" fmla="*/ 278970 h 278969"/>
                      <a:gd name="connsiteX3" fmla="*/ 0 w 66055"/>
                      <a:gd name="connsiteY3" fmla="*/ 278970 h 278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69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70"/>
                        </a:lnTo>
                        <a:lnTo>
                          <a:pt x="0" y="27897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372728C8-7BEF-2CBC-5C3C-E59FD7E8D51A}"/>
                      </a:ext>
                    </a:extLst>
                  </p:cNvPr>
                  <p:cNvSpPr/>
                  <p:nvPr/>
                </p:nvSpPr>
                <p:spPr>
                  <a:xfrm rot="-2400615">
                    <a:off x="2123365" y="6259270"/>
                    <a:ext cx="66054" cy="279062"/>
                  </a:xfrm>
                  <a:custGeom>
                    <a:avLst/>
                    <a:gdLst>
                      <a:gd name="connsiteX0" fmla="*/ 0 w 66054"/>
                      <a:gd name="connsiteY0" fmla="*/ 0 h 279062"/>
                      <a:gd name="connsiteX1" fmla="*/ 66054 w 66054"/>
                      <a:gd name="connsiteY1" fmla="*/ 0 h 279062"/>
                      <a:gd name="connsiteX2" fmla="*/ 66054 w 66054"/>
                      <a:gd name="connsiteY2" fmla="*/ 279062 h 279062"/>
                      <a:gd name="connsiteX3" fmla="*/ 0 w 66054"/>
                      <a:gd name="connsiteY3" fmla="*/ 279062 h 279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62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62"/>
                        </a:lnTo>
                        <a:lnTo>
                          <a:pt x="0" y="27906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0" name="Graphic 7">
                  <a:extLst>
                    <a:ext uri="{FF2B5EF4-FFF2-40B4-BE49-F238E27FC236}">
                      <a16:creationId xmlns:a16="http://schemas.microsoft.com/office/drawing/2014/main" id="{418D2C04-B68F-5536-AD15-972A05464A9C}"/>
                    </a:ext>
                  </a:extLst>
                </p:cNvPr>
                <p:cNvGrpSpPr/>
                <p:nvPr/>
              </p:nvGrpSpPr>
              <p:grpSpPr>
                <a:xfrm>
                  <a:off x="-3148363" y="306059"/>
                  <a:ext cx="5621102" cy="7378677"/>
                  <a:chOff x="-3148363" y="306059"/>
                  <a:chExt cx="5621102" cy="7378677"/>
                </a:xfrm>
                <a:solidFill>
                  <a:srgbClr val="CED6DB"/>
                </a:solidFill>
              </p:grpSpPr>
              <p:sp>
                <p:nvSpPr>
                  <p:cNvPr id="121" name="Freeform: Shape 120">
                    <a:extLst>
                      <a:ext uri="{FF2B5EF4-FFF2-40B4-BE49-F238E27FC236}">
                        <a16:creationId xmlns:a16="http://schemas.microsoft.com/office/drawing/2014/main" id="{FE0F399F-30FE-4A1C-4DFC-00E8C4424043}"/>
                      </a:ext>
                    </a:extLst>
                  </p:cNvPr>
                  <p:cNvSpPr/>
                  <p:nvPr/>
                </p:nvSpPr>
                <p:spPr>
                  <a:xfrm rot="-2520025">
                    <a:off x="-3063510" y="292330"/>
                    <a:ext cx="66053" cy="278975"/>
                  </a:xfrm>
                  <a:custGeom>
                    <a:avLst/>
                    <a:gdLst>
                      <a:gd name="connsiteX0" fmla="*/ 0 w 66053"/>
                      <a:gd name="connsiteY0" fmla="*/ 0 h 278975"/>
                      <a:gd name="connsiteX1" fmla="*/ 66053 w 66053"/>
                      <a:gd name="connsiteY1" fmla="*/ 0 h 278975"/>
                      <a:gd name="connsiteX2" fmla="*/ 66053 w 66053"/>
                      <a:gd name="connsiteY2" fmla="*/ 278975 h 278975"/>
                      <a:gd name="connsiteX3" fmla="*/ 0 w 66053"/>
                      <a:gd name="connsiteY3" fmla="*/ 278975 h 278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75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75"/>
                        </a:lnTo>
                        <a:lnTo>
                          <a:pt x="0" y="2789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2" name="Freeform: Shape 121">
                    <a:extLst>
                      <a:ext uri="{FF2B5EF4-FFF2-40B4-BE49-F238E27FC236}">
                        <a16:creationId xmlns:a16="http://schemas.microsoft.com/office/drawing/2014/main" id="{21071A41-3D1A-926E-F247-DC8BC0AB6508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2227683" y="6169172"/>
                    <a:ext cx="66074" cy="279059"/>
                  </a:xfrm>
                  <a:custGeom>
                    <a:avLst/>
                    <a:gdLst>
                      <a:gd name="connsiteX0" fmla="*/ 0 w 66074"/>
                      <a:gd name="connsiteY0" fmla="*/ 0 h 279059"/>
                      <a:gd name="connsiteX1" fmla="*/ 66074 w 66074"/>
                      <a:gd name="connsiteY1" fmla="*/ 0 h 279059"/>
                      <a:gd name="connsiteX2" fmla="*/ 66074 w 66074"/>
                      <a:gd name="connsiteY2" fmla="*/ 279060 h 279059"/>
                      <a:gd name="connsiteX3" fmla="*/ 0 w 66074"/>
                      <a:gd name="connsiteY3" fmla="*/ 279060 h 279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4" h="279059">
                        <a:moveTo>
                          <a:pt x="0" y="0"/>
                        </a:moveTo>
                        <a:lnTo>
                          <a:pt x="66074" y="0"/>
                        </a:lnTo>
                        <a:lnTo>
                          <a:pt x="66074" y="279060"/>
                        </a:lnTo>
                        <a:lnTo>
                          <a:pt x="0" y="2790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3" name="Graphic 7">
                  <a:extLst>
                    <a:ext uri="{FF2B5EF4-FFF2-40B4-BE49-F238E27FC236}">
                      <a16:creationId xmlns:a16="http://schemas.microsoft.com/office/drawing/2014/main" id="{D0C31E42-A0D7-322E-4D5E-496ED452E602}"/>
                    </a:ext>
                  </a:extLst>
                </p:cNvPr>
                <p:cNvGrpSpPr/>
                <p:nvPr/>
              </p:nvGrpSpPr>
              <p:grpSpPr>
                <a:xfrm>
                  <a:off x="-3252093" y="402862"/>
                  <a:ext cx="5831871" cy="7146020"/>
                  <a:chOff x="-3252093" y="402862"/>
                  <a:chExt cx="5831871" cy="7146020"/>
                </a:xfrm>
                <a:solidFill>
                  <a:srgbClr val="CED6DB"/>
                </a:solidFill>
              </p:grpSpPr>
              <p:sp>
                <p:nvSpPr>
                  <p:cNvPr id="124" name="Freeform: Shape 123">
                    <a:extLst>
                      <a:ext uri="{FF2B5EF4-FFF2-40B4-BE49-F238E27FC236}">
                        <a16:creationId xmlns:a16="http://schemas.microsoft.com/office/drawing/2014/main" id="{71D282D0-7E97-195D-E7BA-9E7C379DE3A9}"/>
                      </a:ext>
                    </a:extLst>
                  </p:cNvPr>
                  <p:cNvSpPr/>
                  <p:nvPr/>
                </p:nvSpPr>
                <p:spPr>
                  <a:xfrm rot="-2641170">
                    <a:off x="-3164435" y="386629"/>
                    <a:ext cx="66056" cy="278988"/>
                  </a:xfrm>
                  <a:custGeom>
                    <a:avLst/>
                    <a:gdLst>
                      <a:gd name="connsiteX0" fmla="*/ 0 w 66056"/>
                      <a:gd name="connsiteY0" fmla="*/ 0 h 278988"/>
                      <a:gd name="connsiteX1" fmla="*/ 66056 w 66056"/>
                      <a:gd name="connsiteY1" fmla="*/ 0 h 278988"/>
                      <a:gd name="connsiteX2" fmla="*/ 66056 w 66056"/>
                      <a:gd name="connsiteY2" fmla="*/ 278989 h 278988"/>
                      <a:gd name="connsiteX3" fmla="*/ 0 w 66056"/>
                      <a:gd name="connsiteY3" fmla="*/ 278989 h 2789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88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89"/>
                        </a:lnTo>
                        <a:lnTo>
                          <a:pt x="0" y="27898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5" name="Freeform: Shape 124">
                    <a:extLst>
                      <a:ext uri="{FF2B5EF4-FFF2-40B4-BE49-F238E27FC236}">
                        <a16:creationId xmlns:a16="http://schemas.microsoft.com/office/drawing/2014/main" id="{5473C508-3E64-4853-360F-C3E949B30DD4}"/>
                      </a:ext>
                    </a:extLst>
                  </p:cNvPr>
                  <p:cNvSpPr/>
                  <p:nvPr/>
                </p:nvSpPr>
                <p:spPr>
                  <a:xfrm rot="-2640198">
                    <a:off x="2328448" y="6075254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3 h 279023"/>
                      <a:gd name="connsiteX3" fmla="*/ 0 w 66056"/>
                      <a:gd name="connsiteY3" fmla="*/ 279023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3"/>
                        </a:lnTo>
                        <a:lnTo>
                          <a:pt x="0" y="27902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6" name="Graphic 7">
                  <a:extLst>
                    <a:ext uri="{FF2B5EF4-FFF2-40B4-BE49-F238E27FC236}">
                      <a16:creationId xmlns:a16="http://schemas.microsoft.com/office/drawing/2014/main" id="{15E887FC-3226-724F-B660-1A9F53783835}"/>
                    </a:ext>
                  </a:extLst>
                </p:cNvPr>
                <p:cNvGrpSpPr/>
                <p:nvPr/>
              </p:nvGrpSpPr>
              <p:grpSpPr>
                <a:xfrm>
                  <a:off x="-3352527" y="502905"/>
                  <a:ext cx="6036032" cy="6904728"/>
                  <a:chOff x="-3352527" y="502905"/>
                  <a:chExt cx="6036032" cy="6904728"/>
                </a:xfrm>
                <a:solidFill>
                  <a:srgbClr val="CED6DB"/>
                </a:solidFill>
              </p:grpSpPr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9CA72DF3-085E-C40B-62FC-018AF238CFC3}"/>
                      </a:ext>
                    </a:extLst>
                  </p:cNvPr>
                  <p:cNvSpPr/>
                  <p:nvPr/>
                </p:nvSpPr>
                <p:spPr>
                  <a:xfrm rot="-2759802">
                    <a:off x="-3262260" y="484069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3 h 279023"/>
                      <a:gd name="connsiteX3" fmla="*/ 0 w 66056"/>
                      <a:gd name="connsiteY3" fmla="*/ 279023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3"/>
                        </a:lnTo>
                        <a:lnTo>
                          <a:pt x="0" y="27902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8" name="Freeform: Shape 127">
                    <a:extLst>
                      <a:ext uri="{FF2B5EF4-FFF2-40B4-BE49-F238E27FC236}">
                        <a16:creationId xmlns:a16="http://schemas.microsoft.com/office/drawing/2014/main" id="{04D47314-6028-BA7C-F756-9D2D05295ADE}"/>
                      </a:ext>
                    </a:extLst>
                  </p:cNvPr>
                  <p:cNvSpPr/>
                  <p:nvPr/>
                </p:nvSpPr>
                <p:spPr>
                  <a:xfrm rot="-2760288">
                    <a:off x="2426151" y="5977575"/>
                    <a:ext cx="66056" cy="278957"/>
                  </a:xfrm>
                  <a:custGeom>
                    <a:avLst/>
                    <a:gdLst>
                      <a:gd name="connsiteX0" fmla="*/ 0 w 66056"/>
                      <a:gd name="connsiteY0" fmla="*/ 0 h 278957"/>
                      <a:gd name="connsiteX1" fmla="*/ 66057 w 66056"/>
                      <a:gd name="connsiteY1" fmla="*/ 0 h 278957"/>
                      <a:gd name="connsiteX2" fmla="*/ 66057 w 66056"/>
                      <a:gd name="connsiteY2" fmla="*/ 278958 h 278957"/>
                      <a:gd name="connsiteX3" fmla="*/ 0 w 66056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57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9" name="Graphic 7">
                  <a:extLst>
                    <a:ext uri="{FF2B5EF4-FFF2-40B4-BE49-F238E27FC236}">
                      <a16:creationId xmlns:a16="http://schemas.microsoft.com/office/drawing/2014/main" id="{78FD213F-A335-2A0E-7CD2-E57F98F6E886}"/>
                    </a:ext>
                  </a:extLst>
                </p:cNvPr>
                <p:cNvGrpSpPr/>
                <p:nvPr/>
              </p:nvGrpSpPr>
              <p:grpSpPr>
                <a:xfrm>
                  <a:off x="-3448989" y="606746"/>
                  <a:ext cx="6232207" cy="6654280"/>
                  <a:chOff x="-3448989" y="606746"/>
                  <a:chExt cx="6232207" cy="6654280"/>
                </a:xfrm>
                <a:solidFill>
                  <a:srgbClr val="CED6DB"/>
                </a:solidFill>
              </p:grpSpPr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6E2F5FE6-0A48-9265-D043-7D4160B55513}"/>
                      </a:ext>
                    </a:extLst>
                  </p:cNvPr>
                  <p:cNvSpPr/>
                  <p:nvPr/>
                </p:nvSpPr>
                <p:spPr>
                  <a:xfrm rot="-2880205">
                    <a:off x="-3356228" y="585123"/>
                    <a:ext cx="66058" cy="279045"/>
                  </a:xfrm>
                  <a:custGeom>
                    <a:avLst/>
                    <a:gdLst>
                      <a:gd name="connsiteX0" fmla="*/ 0 w 66058"/>
                      <a:gd name="connsiteY0" fmla="*/ 0 h 279045"/>
                      <a:gd name="connsiteX1" fmla="*/ 66058 w 66058"/>
                      <a:gd name="connsiteY1" fmla="*/ 0 h 279045"/>
                      <a:gd name="connsiteX2" fmla="*/ 66058 w 66058"/>
                      <a:gd name="connsiteY2" fmla="*/ 279045 h 279045"/>
                      <a:gd name="connsiteX3" fmla="*/ 0 w 66058"/>
                      <a:gd name="connsiteY3" fmla="*/ 279045 h 2790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5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E24A7D64-5FD1-CE9B-13C5-7D45C30FB999}"/>
                      </a:ext>
                    </a:extLst>
                  </p:cNvPr>
                  <p:cNvSpPr/>
                  <p:nvPr/>
                </p:nvSpPr>
                <p:spPr>
                  <a:xfrm rot="-2879975">
                    <a:off x="2520087" y="5876117"/>
                    <a:ext cx="66053" cy="279024"/>
                  </a:xfrm>
                  <a:custGeom>
                    <a:avLst/>
                    <a:gdLst>
                      <a:gd name="connsiteX0" fmla="*/ 0 w 66053"/>
                      <a:gd name="connsiteY0" fmla="*/ 0 h 279024"/>
                      <a:gd name="connsiteX1" fmla="*/ 66053 w 66053"/>
                      <a:gd name="connsiteY1" fmla="*/ 0 h 279024"/>
                      <a:gd name="connsiteX2" fmla="*/ 66053 w 66053"/>
                      <a:gd name="connsiteY2" fmla="*/ 279025 h 279024"/>
                      <a:gd name="connsiteX3" fmla="*/ 0 w 66053"/>
                      <a:gd name="connsiteY3" fmla="*/ 279025 h 279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24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9025"/>
                        </a:lnTo>
                        <a:lnTo>
                          <a:pt x="0" y="27902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2" name="Graphic 7">
                  <a:extLst>
                    <a:ext uri="{FF2B5EF4-FFF2-40B4-BE49-F238E27FC236}">
                      <a16:creationId xmlns:a16="http://schemas.microsoft.com/office/drawing/2014/main" id="{73048D6F-F160-42A0-7341-017973670C50}"/>
                    </a:ext>
                  </a:extLst>
                </p:cNvPr>
                <p:cNvGrpSpPr/>
                <p:nvPr/>
              </p:nvGrpSpPr>
              <p:grpSpPr>
                <a:xfrm>
                  <a:off x="-3541998" y="713579"/>
                  <a:ext cx="6421481" cy="6397319"/>
                  <a:chOff x="-3541998" y="713579"/>
                  <a:chExt cx="6421481" cy="6397319"/>
                </a:xfrm>
                <a:solidFill>
                  <a:srgbClr val="CED6DB"/>
                </a:solidFill>
              </p:grpSpPr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DB6A6CEB-F72F-0E80-47E8-023E85BC74B7}"/>
                      </a:ext>
                    </a:extLst>
                  </p:cNvPr>
                  <p:cNvSpPr/>
                  <p:nvPr/>
                </p:nvSpPr>
                <p:spPr>
                  <a:xfrm rot="-2999869">
                    <a:off x="-3446941" y="689054"/>
                    <a:ext cx="66055" cy="278982"/>
                  </a:xfrm>
                  <a:custGeom>
                    <a:avLst/>
                    <a:gdLst>
                      <a:gd name="connsiteX0" fmla="*/ 0 w 66055"/>
                      <a:gd name="connsiteY0" fmla="*/ 0 h 278982"/>
                      <a:gd name="connsiteX1" fmla="*/ 66055 w 66055"/>
                      <a:gd name="connsiteY1" fmla="*/ 0 h 278982"/>
                      <a:gd name="connsiteX2" fmla="*/ 66055 w 66055"/>
                      <a:gd name="connsiteY2" fmla="*/ 278983 h 278982"/>
                      <a:gd name="connsiteX3" fmla="*/ 0 w 66055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D8B818ED-99CD-A6A6-3810-886E04B5BA18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2610816" y="5772415"/>
                    <a:ext cx="66056" cy="279088"/>
                  </a:xfrm>
                  <a:custGeom>
                    <a:avLst/>
                    <a:gdLst>
                      <a:gd name="connsiteX0" fmla="*/ 0 w 66056"/>
                      <a:gd name="connsiteY0" fmla="*/ 0 h 279088"/>
                      <a:gd name="connsiteX1" fmla="*/ 66057 w 66056"/>
                      <a:gd name="connsiteY1" fmla="*/ 0 h 279088"/>
                      <a:gd name="connsiteX2" fmla="*/ 66057 w 66056"/>
                      <a:gd name="connsiteY2" fmla="*/ 279089 h 279088"/>
                      <a:gd name="connsiteX3" fmla="*/ 0 w 66056"/>
                      <a:gd name="connsiteY3" fmla="*/ 279089 h 2790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88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89"/>
                        </a:lnTo>
                        <a:lnTo>
                          <a:pt x="0" y="27908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5" name="Graphic 7">
                  <a:extLst>
                    <a:ext uri="{FF2B5EF4-FFF2-40B4-BE49-F238E27FC236}">
                      <a16:creationId xmlns:a16="http://schemas.microsoft.com/office/drawing/2014/main" id="{31998E86-4CD5-48E0-34FB-76C8DFE1E889}"/>
                    </a:ext>
                  </a:extLst>
                </p:cNvPr>
                <p:cNvGrpSpPr/>
                <p:nvPr/>
              </p:nvGrpSpPr>
              <p:grpSpPr>
                <a:xfrm>
                  <a:off x="-3631146" y="823951"/>
                  <a:ext cx="6603010" cy="6131064"/>
                  <a:chOff x="-3631146" y="823951"/>
                  <a:chExt cx="6603010" cy="6131064"/>
                </a:xfrm>
                <a:solidFill>
                  <a:srgbClr val="CED6DB"/>
                </a:solidFill>
              </p:grpSpPr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7C029A4C-2163-E8A1-6C20-0B9597771F0C}"/>
                      </a:ext>
                    </a:extLst>
                  </p:cNvPr>
                  <p:cNvSpPr/>
                  <p:nvPr/>
                </p:nvSpPr>
                <p:spPr>
                  <a:xfrm rot="-3119390">
                    <a:off x="-3533921" y="796377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6 h 279006"/>
                      <a:gd name="connsiteX3" fmla="*/ 0 w 66056"/>
                      <a:gd name="connsiteY3" fmla="*/ 279006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6"/>
                        </a:lnTo>
                        <a:lnTo>
                          <a:pt x="0" y="27900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F3BEEA9C-A660-27C8-168F-ADC7C03B64F1}"/>
                      </a:ext>
                    </a:extLst>
                  </p:cNvPr>
                  <p:cNvSpPr/>
                  <p:nvPr/>
                </p:nvSpPr>
                <p:spPr>
                  <a:xfrm rot="-3120355">
                    <a:off x="2697986" y="5664673"/>
                    <a:ext cx="66058" cy="279114"/>
                  </a:xfrm>
                  <a:custGeom>
                    <a:avLst/>
                    <a:gdLst>
                      <a:gd name="connsiteX0" fmla="*/ 0 w 66058"/>
                      <a:gd name="connsiteY0" fmla="*/ 0 h 279114"/>
                      <a:gd name="connsiteX1" fmla="*/ 66059 w 66058"/>
                      <a:gd name="connsiteY1" fmla="*/ 0 h 279114"/>
                      <a:gd name="connsiteX2" fmla="*/ 66059 w 66058"/>
                      <a:gd name="connsiteY2" fmla="*/ 279115 h 279114"/>
                      <a:gd name="connsiteX3" fmla="*/ 0 w 66058"/>
                      <a:gd name="connsiteY3" fmla="*/ 279115 h 2791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114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115"/>
                        </a:lnTo>
                        <a:lnTo>
                          <a:pt x="0" y="27911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8" name="Graphic 7">
                  <a:extLst>
                    <a:ext uri="{FF2B5EF4-FFF2-40B4-BE49-F238E27FC236}">
                      <a16:creationId xmlns:a16="http://schemas.microsoft.com/office/drawing/2014/main" id="{28FC894A-CF94-D737-66CA-A40924AD7E31}"/>
                    </a:ext>
                  </a:extLst>
                </p:cNvPr>
                <p:cNvGrpSpPr/>
                <p:nvPr/>
              </p:nvGrpSpPr>
              <p:grpSpPr>
                <a:xfrm>
                  <a:off x="-3716140" y="937483"/>
                  <a:ext cx="6775366" cy="5858121"/>
                  <a:chOff x="-3716140" y="937483"/>
                  <a:chExt cx="6775366" cy="5858121"/>
                </a:xfrm>
                <a:solidFill>
                  <a:srgbClr val="CED6DB"/>
                </a:solidFill>
              </p:grpSpPr>
              <p:sp>
                <p:nvSpPr>
                  <p:cNvPr id="139" name="Freeform: Shape 138">
                    <a:extLst>
                      <a:ext uri="{FF2B5EF4-FFF2-40B4-BE49-F238E27FC236}">
                        <a16:creationId xmlns:a16="http://schemas.microsoft.com/office/drawing/2014/main" id="{731EDFE8-1144-F992-92D6-6BD80B1324F3}"/>
                      </a:ext>
                    </a:extLst>
                  </p:cNvPr>
                  <p:cNvSpPr/>
                  <p:nvPr/>
                </p:nvSpPr>
                <p:spPr>
                  <a:xfrm rot="-3240405">
                    <a:off x="-3616873" y="906680"/>
                    <a:ext cx="66057" cy="279044"/>
                  </a:xfrm>
                  <a:custGeom>
                    <a:avLst/>
                    <a:gdLst>
                      <a:gd name="connsiteX0" fmla="*/ 0 w 66057"/>
                      <a:gd name="connsiteY0" fmla="*/ 0 h 279044"/>
                      <a:gd name="connsiteX1" fmla="*/ 66058 w 66057"/>
                      <a:gd name="connsiteY1" fmla="*/ 0 h 279044"/>
                      <a:gd name="connsiteX2" fmla="*/ 66058 w 66057"/>
                      <a:gd name="connsiteY2" fmla="*/ 279045 h 279044"/>
                      <a:gd name="connsiteX3" fmla="*/ 0 w 66057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0" name="Freeform: Shape 139">
                    <a:extLst>
                      <a:ext uri="{FF2B5EF4-FFF2-40B4-BE49-F238E27FC236}">
                        <a16:creationId xmlns:a16="http://schemas.microsoft.com/office/drawing/2014/main" id="{9239B7E4-08B8-A263-5E66-921DC67A90E6}"/>
                      </a:ext>
                    </a:extLst>
                  </p:cNvPr>
                  <p:cNvSpPr/>
                  <p:nvPr/>
                </p:nvSpPr>
                <p:spPr>
                  <a:xfrm rot="-3240683">
                    <a:off x="2780479" y="5554772"/>
                    <a:ext cx="66054" cy="279044"/>
                  </a:xfrm>
                  <a:custGeom>
                    <a:avLst/>
                    <a:gdLst>
                      <a:gd name="connsiteX0" fmla="*/ 0 w 66054"/>
                      <a:gd name="connsiteY0" fmla="*/ 0 h 279044"/>
                      <a:gd name="connsiteX1" fmla="*/ 66054 w 66054"/>
                      <a:gd name="connsiteY1" fmla="*/ 0 h 279044"/>
                      <a:gd name="connsiteX2" fmla="*/ 66054 w 66054"/>
                      <a:gd name="connsiteY2" fmla="*/ 279045 h 279044"/>
                      <a:gd name="connsiteX3" fmla="*/ 0 w 66054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44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1" name="Graphic 7">
                  <a:extLst>
                    <a:ext uri="{FF2B5EF4-FFF2-40B4-BE49-F238E27FC236}">
                      <a16:creationId xmlns:a16="http://schemas.microsoft.com/office/drawing/2014/main" id="{12B90EF8-B35A-7BC2-7F32-7AEAD105C170}"/>
                    </a:ext>
                  </a:extLst>
                </p:cNvPr>
                <p:cNvGrpSpPr/>
                <p:nvPr/>
              </p:nvGrpSpPr>
              <p:grpSpPr>
                <a:xfrm>
                  <a:off x="-3797219" y="1053796"/>
                  <a:ext cx="6940153" cy="5577683"/>
                  <a:chOff x="-3797219" y="1053796"/>
                  <a:chExt cx="6940153" cy="5577683"/>
                </a:xfrm>
                <a:solidFill>
                  <a:srgbClr val="CED6DB"/>
                </a:solidFill>
              </p:grpSpPr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FAAF0066-D28D-5D1E-A383-A8CD902A1A3F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-3696118" y="1019673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7 h 279006"/>
                      <a:gd name="connsiteX3" fmla="*/ 0 w 66056"/>
                      <a:gd name="connsiteY3" fmla="*/ 279007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D54F2D5F-6D34-4E49-BBD0-08F4705EED29}"/>
                      </a:ext>
                    </a:extLst>
                  </p:cNvPr>
                  <p:cNvSpPr/>
                  <p:nvPr/>
                </p:nvSpPr>
                <p:spPr>
                  <a:xfrm rot="-3360670">
                    <a:off x="2859597" y="5441523"/>
                    <a:ext cx="66053" cy="279007"/>
                  </a:xfrm>
                  <a:custGeom>
                    <a:avLst/>
                    <a:gdLst>
                      <a:gd name="connsiteX0" fmla="*/ 0 w 66053"/>
                      <a:gd name="connsiteY0" fmla="*/ 0 h 279007"/>
                      <a:gd name="connsiteX1" fmla="*/ 66053 w 66053"/>
                      <a:gd name="connsiteY1" fmla="*/ 0 h 279007"/>
                      <a:gd name="connsiteX2" fmla="*/ 66053 w 66053"/>
                      <a:gd name="connsiteY2" fmla="*/ 279007 h 279007"/>
                      <a:gd name="connsiteX3" fmla="*/ 0 w 66053"/>
                      <a:gd name="connsiteY3" fmla="*/ 279007 h 279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0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4" name="Graphic 7">
                  <a:extLst>
                    <a:ext uri="{FF2B5EF4-FFF2-40B4-BE49-F238E27FC236}">
                      <a16:creationId xmlns:a16="http://schemas.microsoft.com/office/drawing/2014/main" id="{D52A0F61-4FEC-B40E-2908-359A14B8D7E3}"/>
                    </a:ext>
                  </a:extLst>
                </p:cNvPr>
                <p:cNvGrpSpPr/>
                <p:nvPr/>
              </p:nvGrpSpPr>
              <p:grpSpPr>
                <a:xfrm>
                  <a:off x="-3873812" y="1173193"/>
                  <a:ext cx="7096706" cy="5290125"/>
                  <a:chOff x="-3873812" y="1173193"/>
                  <a:chExt cx="7096706" cy="5290125"/>
                </a:xfrm>
                <a:solidFill>
                  <a:srgbClr val="CED6DB"/>
                </a:solidFill>
              </p:grpSpPr>
              <p:sp>
                <p:nvSpPr>
                  <p:cNvPr id="145" name="Freeform: Shape 144">
                    <a:extLst>
                      <a:ext uri="{FF2B5EF4-FFF2-40B4-BE49-F238E27FC236}">
                        <a16:creationId xmlns:a16="http://schemas.microsoft.com/office/drawing/2014/main" id="{65BE2747-77AB-1D70-964A-1C1A6F1586ED}"/>
                      </a:ext>
                    </a:extLst>
                  </p:cNvPr>
                  <p:cNvSpPr/>
                  <p:nvPr/>
                </p:nvSpPr>
                <p:spPr>
                  <a:xfrm rot="-3480151">
                    <a:off x="-3771033" y="1135622"/>
                    <a:ext cx="66059" cy="278999"/>
                  </a:xfrm>
                  <a:custGeom>
                    <a:avLst/>
                    <a:gdLst>
                      <a:gd name="connsiteX0" fmla="*/ 0 w 66059"/>
                      <a:gd name="connsiteY0" fmla="*/ 0 h 278999"/>
                      <a:gd name="connsiteX1" fmla="*/ 66059 w 66059"/>
                      <a:gd name="connsiteY1" fmla="*/ 0 h 278999"/>
                      <a:gd name="connsiteX2" fmla="*/ 66059 w 66059"/>
                      <a:gd name="connsiteY2" fmla="*/ 279000 h 278999"/>
                      <a:gd name="connsiteX3" fmla="*/ 0 w 66059"/>
                      <a:gd name="connsiteY3" fmla="*/ 279000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6" name="Freeform: Shape 145">
                    <a:extLst>
                      <a:ext uri="{FF2B5EF4-FFF2-40B4-BE49-F238E27FC236}">
                        <a16:creationId xmlns:a16="http://schemas.microsoft.com/office/drawing/2014/main" id="{9DA32FF2-51B5-1C39-C6D8-77BB9A246F37}"/>
                      </a:ext>
                    </a:extLst>
                  </p:cNvPr>
                  <p:cNvSpPr/>
                  <p:nvPr/>
                </p:nvSpPr>
                <p:spPr>
                  <a:xfrm rot="-3480916">
                    <a:off x="2935231" y="5325520"/>
                    <a:ext cx="66057" cy="279043"/>
                  </a:xfrm>
                  <a:custGeom>
                    <a:avLst/>
                    <a:gdLst>
                      <a:gd name="connsiteX0" fmla="*/ 0 w 66057"/>
                      <a:gd name="connsiteY0" fmla="*/ 0 h 279043"/>
                      <a:gd name="connsiteX1" fmla="*/ 66058 w 66057"/>
                      <a:gd name="connsiteY1" fmla="*/ 0 h 279043"/>
                      <a:gd name="connsiteX2" fmla="*/ 66058 w 66057"/>
                      <a:gd name="connsiteY2" fmla="*/ 279043 h 279043"/>
                      <a:gd name="connsiteX3" fmla="*/ 0 w 66057"/>
                      <a:gd name="connsiteY3" fmla="*/ 279043 h 279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3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3"/>
                        </a:lnTo>
                        <a:lnTo>
                          <a:pt x="0" y="27904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7" name="Graphic 7">
                  <a:extLst>
                    <a:ext uri="{FF2B5EF4-FFF2-40B4-BE49-F238E27FC236}">
                      <a16:creationId xmlns:a16="http://schemas.microsoft.com/office/drawing/2014/main" id="{5ED6C00B-5886-FFFF-0D62-D693545A603B}"/>
                    </a:ext>
                  </a:extLst>
                </p:cNvPr>
                <p:cNvGrpSpPr/>
                <p:nvPr/>
              </p:nvGrpSpPr>
              <p:grpSpPr>
                <a:xfrm>
                  <a:off x="-3946608" y="1294833"/>
                  <a:ext cx="7244202" cy="4997268"/>
                  <a:chOff x="-3946608" y="1294833"/>
                  <a:chExt cx="7244202" cy="4997268"/>
                </a:xfrm>
                <a:solidFill>
                  <a:srgbClr val="CED6DB"/>
                </a:solidFill>
              </p:grpSpPr>
              <p:sp>
                <p:nvSpPr>
                  <p:cNvPr id="148" name="Freeform: Shape 147">
                    <a:extLst>
                      <a:ext uri="{FF2B5EF4-FFF2-40B4-BE49-F238E27FC236}">
                        <a16:creationId xmlns:a16="http://schemas.microsoft.com/office/drawing/2014/main" id="{34ACDD59-454E-704C-D95D-036919B7ABBF}"/>
                      </a:ext>
                    </a:extLst>
                  </p:cNvPr>
                  <p:cNvSpPr/>
                  <p:nvPr/>
                </p:nvSpPr>
                <p:spPr>
                  <a:xfrm rot="-3599956">
                    <a:off x="-3842329" y="1253702"/>
                    <a:ext cx="66071" cy="278967"/>
                  </a:xfrm>
                  <a:custGeom>
                    <a:avLst/>
                    <a:gdLst>
                      <a:gd name="connsiteX0" fmla="*/ 0 w 66071"/>
                      <a:gd name="connsiteY0" fmla="*/ 0 h 278967"/>
                      <a:gd name="connsiteX1" fmla="*/ 66072 w 66071"/>
                      <a:gd name="connsiteY1" fmla="*/ 0 h 278967"/>
                      <a:gd name="connsiteX2" fmla="*/ 66072 w 66071"/>
                      <a:gd name="connsiteY2" fmla="*/ 278967 h 278967"/>
                      <a:gd name="connsiteX3" fmla="*/ 0 w 66071"/>
                      <a:gd name="connsiteY3" fmla="*/ 278967 h 278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1" h="278967">
                        <a:moveTo>
                          <a:pt x="0" y="0"/>
                        </a:moveTo>
                        <a:lnTo>
                          <a:pt x="66072" y="0"/>
                        </a:lnTo>
                        <a:lnTo>
                          <a:pt x="66072" y="278967"/>
                        </a:lnTo>
                        <a:lnTo>
                          <a:pt x="0" y="27896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9" name="Freeform: Shape 148">
                    <a:extLst>
                      <a:ext uri="{FF2B5EF4-FFF2-40B4-BE49-F238E27FC236}">
                        <a16:creationId xmlns:a16="http://schemas.microsoft.com/office/drawing/2014/main" id="{A65EAFF5-B8F0-C58C-6740-85A75922EA2E}"/>
                      </a:ext>
                    </a:extLst>
                  </p:cNvPr>
                  <p:cNvSpPr/>
                  <p:nvPr/>
                </p:nvSpPr>
                <p:spPr>
                  <a:xfrm rot="-3600724">
                    <a:off x="3005960" y="5207524"/>
                    <a:ext cx="66054" cy="279013"/>
                  </a:xfrm>
                  <a:custGeom>
                    <a:avLst/>
                    <a:gdLst>
                      <a:gd name="connsiteX0" fmla="*/ 0 w 66054"/>
                      <a:gd name="connsiteY0" fmla="*/ 0 h 279013"/>
                      <a:gd name="connsiteX1" fmla="*/ 66054 w 66054"/>
                      <a:gd name="connsiteY1" fmla="*/ 0 h 279013"/>
                      <a:gd name="connsiteX2" fmla="*/ 66054 w 66054"/>
                      <a:gd name="connsiteY2" fmla="*/ 279013 h 279013"/>
                      <a:gd name="connsiteX3" fmla="*/ 0 w 66054"/>
                      <a:gd name="connsiteY3" fmla="*/ 279013 h 2790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1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3"/>
                        </a:lnTo>
                        <a:lnTo>
                          <a:pt x="0" y="27901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0" name="Graphic 7">
                  <a:extLst>
                    <a:ext uri="{FF2B5EF4-FFF2-40B4-BE49-F238E27FC236}">
                      <a16:creationId xmlns:a16="http://schemas.microsoft.com/office/drawing/2014/main" id="{EAF60804-B50D-E840-B55F-6A95E5C1A06B}"/>
                    </a:ext>
                  </a:extLst>
                </p:cNvPr>
                <p:cNvGrpSpPr/>
                <p:nvPr/>
              </p:nvGrpSpPr>
              <p:grpSpPr>
                <a:xfrm>
                  <a:off x="-4014905" y="1419197"/>
                  <a:ext cx="7383090" cy="4697591"/>
                  <a:chOff x="-4014905" y="1419197"/>
                  <a:chExt cx="7383090" cy="4697591"/>
                </a:xfrm>
                <a:solidFill>
                  <a:srgbClr val="CED6DB"/>
                </a:solidFill>
              </p:grpSpPr>
              <p:sp>
                <p:nvSpPr>
                  <p:cNvPr id="151" name="Freeform: Shape 150">
                    <a:extLst>
                      <a:ext uri="{FF2B5EF4-FFF2-40B4-BE49-F238E27FC236}">
                        <a16:creationId xmlns:a16="http://schemas.microsoft.com/office/drawing/2014/main" id="{EBA05811-E416-C61F-2537-41F913892A24}"/>
                      </a:ext>
                    </a:extLst>
                  </p:cNvPr>
                  <p:cNvSpPr/>
                  <p:nvPr/>
                </p:nvSpPr>
                <p:spPr>
                  <a:xfrm rot="-3719837">
                    <a:off x="-3909272" y="1374364"/>
                    <a:ext cx="66054" cy="278965"/>
                  </a:xfrm>
                  <a:custGeom>
                    <a:avLst/>
                    <a:gdLst>
                      <a:gd name="connsiteX0" fmla="*/ 0 w 66054"/>
                      <a:gd name="connsiteY0" fmla="*/ 0 h 278965"/>
                      <a:gd name="connsiteX1" fmla="*/ 66055 w 66054"/>
                      <a:gd name="connsiteY1" fmla="*/ 0 h 278965"/>
                      <a:gd name="connsiteX2" fmla="*/ 66055 w 66054"/>
                      <a:gd name="connsiteY2" fmla="*/ 278966 h 278965"/>
                      <a:gd name="connsiteX3" fmla="*/ 0 w 66054"/>
                      <a:gd name="connsiteY3" fmla="*/ 278966 h 27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5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6"/>
                        </a:lnTo>
                        <a:lnTo>
                          <a:pt x="0" y="27896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2" name="Freeform: Shape 151">
                    <a:extLst>
                      <a:ext uri="{FF2B5EF4-FFF2-40B4-BE49-F238E27FC236}">
                        <a16:creationId xmlns:a16="http://schemas.microsoft.com/office/drawing/2014/main" id="{656DDE14-51D8-5149-57FD-B90F2A38BA86}"/>
                      </a:ext>
                    </a:extLst>
                  </p:cNvPr>
                  <p:cNvSpPr/>
                  <p:nvPr/>
                </p:nvSpPr>
                <p:spPr>
                  <a:xfrm rot="-3719837">
                    <a:off x="3072883" y="5086660"/>
                    <a:ext cx="66054" cy="279015"/>
                  </a:xfrm>
                  <a:custGeom>
                    <a:avLst/>
                    <a:gdLst>
                      <a:gd name="connsiteX0" fmla="*/ 0 w 66054"/>
                      <a:gd name="connsiteY0" fmla="*/ 0 h 279015"/>
                      <a:gd name="connsiteX1" fmla="*/ 66055 w 66054"/>
                      <a:gd name="connsiteY1" fmla="*/ 0 h 279015"/>
                      <a:gd name="connsiteX2" fmla="*/ 66055 w 66054"/>
                      <a:gd name="connsiteY2" fmla="*/ 279015 h 279015"/>
                      <a:gd name="connsiteX3" fmla="*/ 0 w 66054"/>
                      <a:gd name="connsiteY3" fmla="*/ 279015 h 279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15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15"/>
                        </a:lnTo>
                        <a:lnTo>
                          <a:pt x="0" y="27901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3" name="Graphic 7">
                  <a:extLst>
                    <a:ext uri="{FF2B5EF4-FFF2-40B4-BE49-F238E27FC236}">
                      <a16:creationId xmlns:a16="http://schemas.microsoft.com/office/drawing/2014/main" id="{D5BFFAC4-4CAE-FC18-AD54-BE49D55CBF58}"/>
                    </a:ext>
                  </a:extLst>
                </p:cNvPr>
                <p:cNvGrpSpPr/>
                <p:nvPr/>
              </p:nvGrpSpPr>
              <p:grpSpPr>
                <a:xfrm>
                  <a:off x="-4078728" y="1546007"/>
                  <a:ext cx="7512989" cy="4392804"/>
                  <a:chOff x="-4078728" y="1546007"/>
                  <a:chExt cx="7512989" cy="4392804"/>
                </a:xfrm>
                <a:solidFill>
                  <a:srgbClr val="CED6DB"/>
                </a:solidFill>
              </p:grpSpPr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888999BC-1A11-E088-CECD-187DDB55D77A}"/>
                      </a:ext>
                    </a:extLst>
                  </p:cNvPr>
                  <p:cNvSpPr/>
                  <p:nvPr/>
                </p:nvSpPr>
                <p:spPr>
                  <a:xfrm rot="-3840229">
                    <a:off x="-3971915" y="1497351"/>
                    <a:ext cx="66055" cy="278949"/>
                  </a:xfrm>
                  <a:custGeom>
                    <a:avLst/>
                    <a:gdLst>
                      <a:gd name="connsiteX0" fmla="*/ 0 w 66055"/>
                      <a:gd name="connsiteY0" fmla="*/ 0 h 278949"/>
                      <a:gd name="connsiteX1" fmla="*/ 66055 w 66055"/>
                      <a:gd name="connsiteY1" fmla="*/ 0 h 278949"/>
                      <a:gd name="connsiteX2" fmla="*/ 66055 w 66055"/>
                      <a:gd name="connsiteY2" fmla="*/ 278950 h 278949"/>
                      <a:gd name="connsiteX3" fmla="*/ 0 w 66055"/>
                      <a:gd name="connsiteY3" fmla="*/ 278950 h 278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49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50"/>
                        </a:lnTo>
                        <a:lnTo>
                          <a:pt x="0" y="2789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5" name="Freeform: Shape 154">
                    <a:extLst>
                      <a:ext uri="{FF2B5EF4-FFF2-40B4-BE49-F238E27FC236}">
                        <a16:creationId xmlns:a16="http://schemas.microsoft.com/office/drawing/2014/main" id="{D8AFDA1C-F2E6-EEBA-B259-ADC180F8273A}"/>
                      </a:ext>
                    </a:extLst>
                  </p:cNvPr>
                  <p:cNvSpPr/>
                  <p:nvPr/>
                </p:nvSpPr>
                <p:spPr>
                  <a:xfrm rot="-3840229">
                    <a:off x="3135612" y="4964177"/>
                    <a:ext cx="66055" cy="278982"/>
                  </a:xfrm>
                  <a:custGeom>
                    <a:avLst/>
                    <a:gdLst>
                      <a:gd name="connsiteX0" fmla="*/ 0 w 66055"/>
                      <a:gd name="connsiteY0" fmla="*/ 0 h 278982"/>
                      <a:gd name="connsiteX1" fmla="*/ 66055 w 66055"/>
                      <a:gd name="connsiteY1" fmla="*/ 0 h 278982"/>
                      <a:gd name="connsiteX2" fmla="*/ 66055 w 66055"/>
                      <a:gd name="connsiteY2" fmla="*/ 278983 h 278982"/>
                      <a:gd name="connsiteX3" fmla="*/ 0 w 66055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6" name="Graphic 7">
                  <a:extLst>
                    <a:ext uri="{FF2B5EF4-FFF2-40B4-BE49-F238E27FC236}">
                      <a16:creationId xmlns:a16="http://schemas.microsoft.com/office/drawing/2014/main" id="{862D1DA0-C426-DB26-3942-5130A173AEC4}"/>
                    </a:ext>
                  </a:extLst>
                </p:cNvPr>
                <p:cNvGrpSpPr/>
                <p:nvPr/>
              </p:nvGrpSpPr>
              <p:grpSpPr>
                <a:xfrm>
                  <a:off x="-4137788" y="1674884"/>
                  <a:ext cx="7633586" cy="4082274"/>
                  <a:chOff x="-4137788" y="1674884"/>
                  <a:chExt cx="7633586" cy="4082274"/>
                </a:xfrm>
                <a:solidFill>
                  <a:srgbClr val="CED6DB"/>
                </a:solidFill>
              </p:grpSpPr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4EFA6398-0827-9333-92AA-FDB9E77C0B0E}"/>
                      </a:ext>
                    </a:extLst>
                  </p:cNvPr>
                  <p:cNvSpPr/>
                  <p:nvPr/>
                </p:nvSpPr>
                <p:spPr>
                  <a:xfrm rot="-3960052">
                    <a:off x="-4029961" y="1622306"/>
                    <a:ext cx="66053" cy="278957"/>
                  </a:xfrm>
                  <a:custGeom>
                    <a:avLst/>
                    <a:gdLst>
                      <a:gd name="connsiteX0" fmla="*/ 0 w 66053"/>
                      <a:gd name="connsiteY0" fmla="*/ 0 h 278957"/>
                      <a:gd name="connsiteX1" fmla="*/ 66053 w 66053"/>
                      <a:gd name="connsiteY1" fmla="*/ 0 h 278957"/>
                      <a:gd name="connsiteX2" fmla="*/ 66053 w 66053"/>
                      <a:gd name="connsiteY2" fmla="*/ 278958 h 278957"/>
                      <a:gd name="connsiteX3" fmla="*/ 0 w 66053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5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8" name="Freeform: Shape 157">
                    <a:extLst>
                      <a:ext uri="{FF2B5EF4-FFF2-40B4-BE49-F238E27FC236}">
                        <a16:creationId xmlns:a16="http://schemas.microsoft.com/office/drawing/2014/main" id="{78AF0D96-1591-5332-9A34-17690D40DFCF}"/>
                      </a:ext>
                    </a:extLst>
                  </p:cNvPr>
                  <p:cNvSpPr/>
                  <p:nvPr/>
                </p:nvSpPr>
                <p:spPr>
                  <a:xfrm rot="-3960505">
                    <a:off x="3194103" y="4839060"/>
                    <a:ext cx="66056" cy="279005"/>
                  </a:xfrm>
                  <a:custGeom>
                    <a:avLst/>
                    <a:gdLst>
                      <a:gd name="connsiteX0" fmla="*/ 0 w 66056"/>
                      <a:gd name="connsiteY0" fmla="*/ 0 h 279005"/>
                      <a:gd name="connsiteX1" fmla="*/ 66056 w 66056"/>
                      <a:gd name="connsiteY1" fmla="*/ 0 h 279005"/>
                      <a:gd name="connsiteX2" fmla="*/ 66056 w 66056"/>
                      <a:gd name="connsiteY2" fmla="*/ 279005 h 279005"/>
                      <a:gd name="connsiteX3" fmla="*/ 0 w 66056"/>
                      <a:gd name="connsiteY3" fmla="*/ 279005 h 27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5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9" name="Graphic 7">
                  <a:extLst>
                    <a:ext uri="{FF2B5EF4-FFF2-40B4-BE49-F238E27FC236}">
                      <a16:creationId xmlns:a16="http://schemas.microsoft.com/office/drawing/2014/main" id="{56659462-2067-4DA6-0DFF-4EBBA622C20E}"/>
                    </a:ext>
                  </a:extLst>
                </p:cNvPr>
                <p:cNvGrpSpPr/>
                <p:nvPr/>
              </p:nvGrpSpPr>
              <p:grpSpPr>
                <a:xfrm>
                  <a:off x="-4192549" y="1806248"/>
                  <a:ext cx="7744730" cy="3766302"/>
                  <a:chOff x="-4192549" y="1806248"/>
                  <a:chExt cx="7744730" cy="3766302"/>
                </a:xfrm>
                <a:solidFill>
                  <a:srgbClr val="CED6DB"/>
                </a:solidFill>
              </p:grpSpPr>
              <p:sp>
                <p:nvSpPr>
                  <p:cNvPr id="160" name="Freeform: Shape 159">
                    <a:extLst>
                      <a:ext uri="{FF2B5EF4-FFF2-40B4-BE49-F238E27FC236}">
                        <a16:creationId xmlns:a16="http://schemas.microsoft.com/office/drawing/2014/main" id="{8FE10BA7-CE08-233D-EED7-ABF902AD2875}"/>
                      </a:ext>
                    </a:extLst>
                  </p:cNvPr>
                  <p:cNvSpPr/>
                  <p:nvPr/>
                </p:nvSpPr>
                <p:spPr>
                  <a:xfrm rot="-4080042">
                    <a:off x="-4083895" y="1749651"/>
                    <a:ext cx="66057" cy="278927"/>
                  </a:xfrm>
                  <a:custGeom>
                    <a:avLst/>
                    <a:gdLst>
                      <a:gd name="connsiteX0" fmla="*/ 0 w 66057"/>
                      <a:gd name="connsiteY0" fmla="*/ 0 h 278927"/>
                      <a:gd name="connsiteX1" fmla="*/ 66058 w 66057"/>
                      <a:gd name="connsiteY1" fmla="*/ 0 h 278927"/>
                      <a:gd name="connsiteX2" fmla="*/ 66058 w 66057"/>
                      <a:gd name="connsiteY2" fmla="*/ 278928 h 278927"/>
                      <a:gd name="connsiteX3" fmla="*/ 0 w 66057"/>
                      <a:gd name="connsiteY3" fmla="*/ 278928 h 278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27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28"/>
                        </a:lnTo>
                        <a:lnTo>
                          <a:pt x="0" y="27892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1" name="Freeform: Shape 160">
                    <a:extLst>
                      <a:ext uri="{FF2B5EF4-FFF2-40B4-BE49-F238E27FC236}">
                        <a16:creationId xmlns:a16="http://schemas.microsoft.com/office/drawing/2014/main" id="{F85A5EBC-A3D4-5E25-73F5-34FC85C3158C}"/>
                      </a:ext>
                    </a:extLst>
                  </p:cNvPr>
                  <p:cNvSpPr/>
                  <p:nvPr/>
                </p:nvSpPr>
                <p:spPr>
                  <a:xfrm rot="-4079594">
                    <a:off x="3247791" y="4711988"/>
                    <a:ext cx="66053" cy="279011"/>
                  </a:xfrm>
                  <a:custGeom>
                    <a:avLst/>
                    <a:gdLst>
                      <a:gd name="connsiteX0" fmla="*/ 0 w 66053"/>
                      <a:gd name="connsiteY0" fmla="*/ 0 h 279011"/>
                      <a:gd name="connsiteX1" fmla="*/ 66054 w 66053"/>
                      <a:gd name="connsiteY1" fmla="*/ 0 h 279011"/>
                      <a:gd name="connsiteX2" fmla="*/ 66054 w 66053"/>
                      <a:gd name="connsiteY2" fmla="*/ 279011 h 279011"/>
                      <a:gd name="connsiteX3" fmla="*/ 0 w 66053"/>
                      <a:gd name="connsiteY3" fmla="*/ 279011 h 279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11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2" name="Graphic 7">
                  <a:extLst>
                    <a:ext uri="{FF2B5EF4-FFF2-40B4-BE49-F238E27FC236}">
                      <a16:creationId xmlns:a16="http://schemas.microsoft.com/office/drawing/2014/main" id="{43990301-4EEA-FCB8-5CCB-81E20AC8BCBC}"/>
                    </a:ext>
                  </a:extLst>
                </p:cNvPr>
                <p:cNvGrpSpPr/>
                <p:nvPr/>
              </p:nvGrpSpPr>
              <p:grpSpPr>
                <a:xfrm>
                  <a:off x="-4242979" y="1939184"/>
                  <a:ext cx="7847308" cy="3446224"/>
                  <a:chOff x="-4242979" y="1939184"/>
                  <a:chExt cx="7847308" cy="3446224"/>
                </a:xfrm>
                <a:solidFill>
                  <a:srgbClr val="CED6DB"/>
                </a:solidFill>
              </p:grpSpPr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B559AF72-8B66-9F3B-B96E-17D01E344F0E}"/>
                      </a:ext>
                    </a:extLst>
                  </p:cNvPr>
                  <p:cNvSpPr/>
                  <p:nvPr/>
                </p:nvSpPr>
                <p:spPr>
                  <a:xfrm rot="-4200074">
                    <a:off x="-4133648" y="1878451"/>
                    <a:ext cx="66073" cy="278957"/>
                  </a:xfrm>
                  <a:custGeom>
                    <a:avLst/>
                    <a:gdLst>
                      <a:gd name="connsiteX0" fmla="*/ 0 w 66073"/>
                      <a:gd name="connsiteY0" fmla="*/ 0 h 278957"/>
                      <a:gd name="connsiteX1" fmla="*/ 66073 w 66073"/>
                      <a:gd name="connsiteY1" fmla="*/ 0 h 278957"/>
                      <a:gd name="connsiteX2" fmla="*/ 66073 w 66073"/>
                      <a:gd name="connsiteY2" fmla="*/ 278957 h 278957"/>
                      <a:gd name="connsiteX3" fmla="*/ 0 w 66073"/>
                      <a:gd name="connsiteY3" fmla="*/ 278957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3" h="278957">
                        <a:moveTo>
                          <a:pt x="0" y="0"/>
                        </a:moveTo>
                        <a:lnTo>
                          <a:pt x="66073" y="0"/>
                        </a:lnTo>
                        <a:lnTo>
                          <a:pt x="66073" y="278957"/>
                        </a:lnTo>
                        <a:lnTo>
                          <a:pt x="0" y="2789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69CEB755-E28A-E9D5-FE3C-60BB1C76E84F}"/>
                      </a:ext>
                    </a:extLst>
                  </p:cNvPr>
                  <p:cNvSpPr/>
                  <p:nvPr/>
                </p:nvSpPr>
                <p:spPr>
                  <a:xfrm rot="-4200074">
                    <a:off x="3297550" y="4583230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7 h 279006"/>
                      <a:gd name="connsiteX3" fmla="*/ 0 w 66056"/>
                      <a:gd name="connsiteY3" fmla="*/ 279007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5" name="Graphic 7">
                  <a:extLst>
                    <a:ext uri="{FF2B5EF4-FFF2-40B4-BE49-F238E27FC236}">
                      <a16:creationId xmlns:a16="http://schemas.microsoft.com/office/drawing/2014/main" id="{7F4BB198-E631-63B8-2D55-7A02C0B39D37}"/>
                    </a:ext>
                  </a:extLst>
                </p:cNvPr>
                <p:cNvGrpSpPr/>
                <p:nvPr/>
              </p:nvGrpSpPr>
              <p:grpSpPr>
                <a:xfrm>
                  <a:off x="-4287987" y="2074019"/>
                  <a:ext cx="7939440" cy="3121356"/>
                  <a:chOff x="-4287987" y="2074019"/>
                  <a:chExt cx="7939440" cy="3121356"/>
                </a:xfrm>
                <a:solidFill>
                  <a:srgbClr val="CED6DB"/>
                </a:solidFill>
              </p:grpSpPr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6A6B4B8E-E5DD-5C2C-5CD0-214161AD16C0}"/>
                      </a:ext>
                    </a:extLst>
                  </p:cNvPr>
                  <p:cNvSpPr/>
                  <p:nvPr/>
                </p:nvSpPr>
                <p:spPr>
                  <a:xfrm rot="-4320102">
                    <a:off x="-4178142" y="2009044"/>
                    <a:ext cx="66075" cy="279000"/>
                  </a:xfrm>
                  <a:custGeom>
                    <a:avLst/>
                    <a:gdLst>
                      <a:gd name="connsiteX0" fmla="*/ 0 w 66075"/>
                      <a:gd name="connsiteY0" fmla="*/ 0 h 279000"/>
                      <a:gd name="connsiteX1" fmla="*/ 66076 w 66075"/>
                      <a:gd name="connsiteY1" fmla="*/ 0 h 279000"/>
                      <a:gd name="connsiteX2" fmla="*/ 66076 w 66075"/>
                      <a:gd name="connsiteY2" fmla="*/ 279000 h 279000"/>
                      <a:gd name="connsiteX3" fmla="*/ 0 w 66075"/>
                      <a:gd name="connsiteY3" fmla="*/ 279000 h 279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00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94FB9651-9824-4947-D48C-D57BA30536B6}"/>
                      </a:ext>
                    </a:extLst>
                  </p:cNvPr>
                  <p:cNvSpPr/>
                  <p:nvPr/>
                </p:nvSpPr>
                <p:spPr>
                  <a:xfrm rot="-4320102">
                    <a:off x="3342603" y="4452436"/>
                    <a:ext cx="66075" cy="279049"/>
                  </a:xfrm>
                  <a:custGeom>
                    <a:avLst/>
                    <a:gdLst>
                      <a:gd name="connsiteX0" fmla="*/ 0 w 66075"/>
                      <a:gd name="connsiteY0" fmla="*/ 0 h 279049"/>
                      <a:gd name="connsiteX1" fmla="*/ 66076 w 66075"/>
                      <a:gd name="connsiteY1" fmla="*/ 0 h 279049"/>
                      <a:gd name="connsiteX2" fmla="*/ 66076 w 66075"/>
                      <a:gd name="connsiteY2" fmla="*/ 279050 h 279049"/>
                      <a:gd name="connsiteX3" fmla="*/ 0 w 66075"/>
                      <a:gd name="connsiteY3" fmla="*/ 279050 h 279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49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50"/>
                        </a:lnTo>
                        <a:lnTo>
                          <a:pt x="0" y="2790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8" name="Graphic 7">
                  <a:extLst>
                    <a:ext uri="{FF2B5EF4-FFF2-40B4-BE49-F238E27FC236}">
                      <a16:creationId xmlns:a16="http://schemas.microsoft.com/office/drawing/2014/main" id="{91E0FBE6-9618-B7F8-9231-86CF02F18D79}"/>
                    </a:ext>
                  </a:extLst>
                </p:cNvPr>
                <p:cNvGrpSpPr/>
                <p:nvPr/>
              </p:nvGrpSpPr>
              <p:grpSpPr>
                <a:xfrm>
                  <a:off x="-4328922" y="2210436"/>
                  <a:ext cx="8022324" cy="2792948"/>
                  <a:chOff x="-4328922" y="2210436"/>
                  <a:chExt cx="8022324" cy="2792948"/>
                </a:xfrm>
                <a:solidFill>
                  <a:srgbClr val="CED6DB"/>
                </a:solidFill>
              </p:grpSpPr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342682D5-F18E-E899-E415-64E9B2CDBFD0}"/>
                      </a:ext>
                    </a:extLst>
                  </p:cNvPr>
                  <p:cNvSpPr/>
                  <p:nvPr/>
                </p:nvSpPr>
                <p:spPr>
                  <a:xfrm rot="-4439829">
                    <a:off x="-4218756" y="2141151"/>
                    <a:ext cx="66076" cy="279005"/>
                  </a:xfrm>
                  <a:custGeom>
                    <a:avLst/>
                    <a:gdLst>
                      <a:gd name="connsiteX0" fmla="*/ 0 w 66076"/>
                      <a:gd name="connsiteY0" fmla="*/ 0 h 279005"/>
                      <a:gd name="connsiteX1" fmla="*/ 66077 w 66076"/>
                      <a:gd name="connsiteY1" fmla="*/ 0 h 279005"/>
                      <a:gd name="connsiteX2" fmla="*/ 66077 w 66076"/>
                      <a:gd name="connsiteY2" fmla="*/ 279005 h 279005"/>
                      <a:gd name="connsiteX3" fmla="*/ 0 w 66076"/>
                      <a:gd name="connsiteY3" fmla="*/ 279005 h 27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6" h="279005">
                        <a:moveTo>
                          <a:pt x="0" y="0"/>
                        </a:moveTo>
                        <a:lnTo>
                          <a:pt x="66077" y="0"/>
                        </a:lnTo>
                        <a:lnTo>
                          <a:pt x="66077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B77BA582-42FB-F8ED-09A7-FCACACDC5885}"/>
                      </a:ext>
                    </a:extLst>
                  </p:cNvPr>
                  <p:cNvSpPr/>
                  <p:nvPr/>
                </p:nvSpPr>
                <p:spPr>
                  <a:xfrm rot="-4440160">
                    <a:off x="3382861" y="4320435"/>
                    <a:ext cx="66075" cy="279014"/>
                  </a:xfrm>
                  <a:custGeom>
                    <a:avLst/>
                    <a:gdLst>
                      <a:gd name="connsiteX0" fmla="*/ 0 w 66075"/>
                      <a:gd name="connsiteY0" fmla="*/ 0 h 279014"/>
                      <a:gd name="connsiteX1" fmla="*/ 66075 w 66075"/>
                      <a:gd name="connsiteY1" fmla="*/ 0 h 279014"/>
                      <a:gd name="connsiteX2" fmla="*/ 66075 w 66075"/>
                      <a:gd name="connsiteY2" fmla="*/ 279014 h 279014"/>
                      <a:gd name="connsiteX3" fmla="*/ 0 w 66075"/>
                      <a:gd name="connsiteY3" fmla="*/ 279014 h 2790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14">
                        <a:moveTo>
                          <a:pt x="0" y="0"/>
                        </a:moveTo>
                        <a:lnTo>
                          <a:pt x="66075" y="0"/>
                        </a:lnTo>
                        <a:lnTo>
                          <a:pt x="66075" y="279014"/>
                        </a:lnTo>
                        <a:lnTo>
                          <a:pt x="0" y="27901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1" name="Graphic 7">
                  <a:extLst>
                    <a:ext uri="{FF2B5EF4-FFF2-40B4-BE49-F238E27FC236}">
                      <a16:creationId xmlns:a16="http://schemas.microsoft.com/office/drawing/2014/main" id="{5F2EE17D-11AC-45BD-AB2B-DDF0AA5947B0}"/>
                    </a:ext>
                  </a:extLst>
                </p:cNvPr>
                <p:cNvGrpSpPr/>
                <p:nvPr/>
              </p:nvGrpSpPr>
              <p:grpSpPr>
                <a:xfrm>
                  <a:off x="-4364795" y="2347920"/>
                  <a:ext cx="8095319" cy="2461731"/>
                  <a:chOff x="-4364795" y="2347920"/>
                  <a:chExt cx="8095319" cy="2461731"/>
                </a:xfrm>
                <a:solidFill>
                  <a:srgbClr val="CED6DB"/>
                </a:solidFill>
              </p:grpSpPr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88CDEE68-397E-31DF-0892-5268C8B5484E}"/>
                      </a:ext>
                    </a:extLst>
                  </p:cNvPr>
                  <p:cNvSpPr/>
                  <p:nvPr/>
                </p:nvSpPr>
                <p:spPr>
                  <a:xfrm rot="-4560077">
                    <a:off x="-4254498" y="2274229"/>
                    <a:ext cx="66056" cy="278956"/>
                  </a:xfrm>
                  <a:custGeom>
                    <a:avLst/>
                    <a:gdLst>
                      <a:gd name="connsiteX0" fmla="*/ 0 w 66056"/>
                      <a:gd name="connsiteY0" fmla="*/ 0 h 278956"/>
                      <a:gd name="connsiteX1" fmla="*/ 66057 w 66056"/>
                      <a:gd name="connsiteY1" fmla="*/ 0 h 278956"/>
                      <a:gd name="connsiteX2" fmla="*/ 66057 w 66056"/>
                      <a:gd name="connsiteY2" fmla="*/ 278957 h 278956"/>
                      <a:gd name="connsiteX3" fmla="*/ 0 w 66056"/>
                      <a:gd name="connsiteY3" fmla="*/ 278957 h 278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5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7"/>
                        </a:lnTo>
                        <a:lnTo>
                          <a:pt x="0" y="2789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3" name="Freeform: Shape 172">
                    <a:extLst>
                      <a:ext uri="{FF2B5EF4-FFF2-40B4-BE49-F238E27FC236}">
                        <a16:creationId xmlns:a16="http://schemas.microsoft.com/office/drawing/2014/main" id="{7D3BCFF9-A790-8937-ACF9-A24A62CF7E76}"/>
                      </a:ext>
                    </a:extLst>
                  </p:cNvPr>
                  <p:cNvSpPr/>
                  <p:nvPr/>
                </p:nvSpPr>
                <p:spPr>
                  <a:xfrm rot="-4559743">
                    <a:off x="3418634" y="4187234"/>
                    <a:ext cx="66058" cy="278996"/>
                  </a:xfrm>
                  <a:custGeom>
                    <a:avLst/>
                    <a:gdLst>
                      <a:gd name="connsiteX0" fmla="*/ 0 w 66058"/>
                      <a:gd name="connsiteY0" fmla="*/ 0 h 278996"/>
                      <a:gd name="connsiteX1" fmla="*/ 66058 w 66058"/>
                      <a:gd name="connsiteY1" fmla="*/ 0 h 278996"/>
                      <a:gd name="connsiteX2" fmla="*/ 66058 w 66058"/>
                      <a:gd name="connsiteY2" fmla="*/ 278997 h 278996"/>
                      <a:gd name="connsiteX3" fmla="*/ 0 w 66058"/>
                      <a:gd name="connsiteY3" fmla="*/ 278997 h 278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6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97"/>
                        </a:lnTo>
                        <a:lnTo>
                          <a:pt x="0" y="27899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4" name="Graphic 7">
                  <a:extLst>
                    <a:ext uri="{FF2B5EF4-FFF2-40B4-BE49-F238E27FC236}">
                      <a16:creationId xmlns:a16="http://schemas.microsoft.com/office/drawing/2014/main" id="{BE63F79B-68CC-59EA-C1FA-2275AEF39379}"/>
                    </a:ext>
                  </a:extLst>
                </p:cNvPr>
                <p:cNvGrpSpPr/>
                <p:nvPr/>
              </p:nvGrpSpPr>
              <p:grpSpPr>
                <a:xfrm>
                  <a:off x="-4395682" y="2487087"/>
                  <a:ext cx="8158039" cy="2127025"/>
                  <a:chOff x="-4395682" y="2487087"/>
                  <a:chExt cx="8158039" cy="2127025"/>
                </a:xfrm>
                <a:solidFill>
                  <a:srgbClr val="CED6DB"/>
                </a:solidFill>
              </p:grpSpPr>
              <p:sp>
                <p:nvSpPr>
                  <p:cNvPr id="175" name="Freeform: Shape 174">
                    <a:extLst>
                      <a:ext uri="{FF2B5EF4-FFF2-40B4-BE49-F238E27FC236}">
                        <a16:creationId xmlns:a16="http://schemas.microsoft.com/office/drawing/2014/main" id="{ABF43EB3-AA8D-14F3-1342-1F2F14F1D139}"/>
                      </a:ext>
                    </a:extLst>
                  </p:cNvPr>
                  <p:cNvSpPr/>
                  <p:nvPr/>
                </p:nvSpPr>
                <p:spPr>
                  <a:xfrm rot="-4680077">
                    <a:off x="-4285400" y="2408899"/>
                    <a:ext cx="66043" cy="278970"/>
                  </a:xfrm>
                  <a:custGeom>
                    <a:avLst/>
                    <a:gdLst>
                      <a:gd name="connsiteX0" fmla="*/ 0 w 66043"/>
                      <a:gd name="connsiteY0" fmla="*/ 0 h 278970"/>
                      <a:gd name="connsiteX1" fmla="*/ 66043 w 66043"/>
                      <a:gd name="connsiteY1" fmla="*/ 0 h 278970"/>
                      <a:gd name="connsiteX2" fmla="*/ 66043 w 66043"/>
                      <a:gd name="connsiteY2" fmla="*/ 278971 h 278970"/>
                      <a:gd name="connsiteX3" fmla="*/ 0 w 66043"/>
                      <a:gd name="connsiteY3" fmla="*/ 278971 h 278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3" h="278970">
                        <a:moveTo>
                          <a:pt x="0" y="0"/>
                        </a:moveTo>
                        <a:lnTo>
                          <a:pt x="66043" y="0"/>
                        </a:lnTo>
                        <a:lnTo>
                          <a:pt x="66043" y="278971"/>
                        </a:lnTo>
                        <a:lnTo>
                          <a:pt x="0" y="2789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6" name="Freeform: Shape 175">
                    <a:extLst>
                      <a:ext uri="{FF2B5EF4-FFF2-40B4-BE49-F238E27FC236}">
                        <a16:creationId xmlns:a16="http://schemas.microsoft.com/office/drawing/2014/main" id="{CB1ED84E-0D97-0357-FFA4-BB87BD0E3592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3449464" y="4052906"/>
                    <a:ext cx="66038" cy="278982"/>
                  </a:xfrm>
                  <a:custGeom>
                    <a:avLst/>
                    <a:gdLst>
                      <a:gd name="connsiteX0" fmla="*/ 0 w 66038"/>
                      <a:gd name="connsiteY0" fmla="*/ 0 h 278982"/>
                      <a:gd name="connsiteX1" fmla="*/ 66038 w 66038"/>
                      <a:gd name="connsiteY1" fmla="*/ 0 h 278982"/>
                      <a:gd name="connsiteX2" fmla="*/ 66038 w 66038"/>
                      <a:gd name="connsiteY2" fmla="*/ 278983 h 278982"/>
                      <a:gd name="connsiteX3" fmla="*/ 0 w 66038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38" h="278982">
                        <a:moveTo>
                          <a:pt x="0" y="0"/>
                        </a:moveTo>
                        <a:lnTo>
                          <a:pt x="66038" y="0"/>
                        </a:lnTo>
                        <a:lnTo>
                          <a:pt x="66038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7" name="Graphic 7">
                  <a:extLst>
                    <a:ext uri="{FF2B5EF4-FFF2-40B4-BE49-F238E27FC236}">
                      <a16:creationId xmlns:a16="http://schemas.microsoft.com/office/drawing/2014/main" id="{EADA5E26-1CA3-05F5-2CCB-8597081A49AE}"/>
                    </a:ext>
                  </a:extLst>
                </p:cNvPr>
                <p:cNvGrpSpPr/>
                <p:nvPr/>
              </p:nvGrpSpPr>
              <p:grpSpPr>
                <a:xfrm>
                  <a:off x="-4421858" y="2626821"/>
                  <a:ext cx="8211273" cy="1790041"/>
                  <a:chOff x="-4421858" y="2626821"/>
                  <a:chExt cx="8211273" cy="1790041"/>
                </a:xfrm>
                <a:solidFill>
                  <a:srgbClr val="CED6DB"/>
                </a:solidFill>
              </p:grpSpPr>
              <p:sp>
                <p:nvSpPr>
                  <p:cNvPr id="178" name="Freeform: Shape 177">
                    <a:extLst>
                      <a:ext uri="{FF2B5EF4-FFF2-40B4-BE49-F238E27FC236}">
                        <a16:creationId xmlns:a16="http://schemas.microsoft.com/office/drawing/2014/main" id="{ED059237-3064-8930-17D3-033237D5BA91}"/>
                      </a:ext>
                    </a:extLst>
                  </p:cNvPr>
                  <p:cNvSpPr/>
                  <p:nvPr/>
                </p:nvSpPr>
                <p:spPr>
                  <a:xfrm rot="-4800158">
                    <a:off x="-4311793" y="2544084"/>
                    <a:ext cx="66055" cy="278952"/>
                  </a:xfrm>
                  <a:custGeom>
                    <a:avLst/>
                    <a:gdLst>
                      <a:gd name="connsiteX0" fmla="*/ 0 w 66055"/>
                      <a:gd name="connsiteY0" fmla="*/ 0 h 278952"/>
                      <a:gd name="connsiteX1" fmla="*/ 66056 w 66055"/>
                      <a:gd name="connsiteY1" fmla="*/ 0 h 278952"/>
                      <a:gd name="connsiteX2" fmla="*/ 66056 w 66055"/>
                      <a:gd name="connsiteY2" fmla="*/ 278953 h 278952"/>
                      <a:gd name="connsiteX3" fmla="*/ 0 w 66055"/>
                      <a:gd name="connsiteY3" fmla="*/ 278953 h 278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52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53"/>
                        </a:lnTo>
                        <a:lnTo>
                          <a:pt x="0" y="2789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9" name="Freeform: Shape 178">
                    <a:extLst>
                      <a:ext uri="{FF2B5EF4-FFF2-40B4-BE49-F238E27FC236}">
                        <a16:creationId xmlns:a16="http://schemas.microsoft.com/office/drawing/2014/main" id="{F255656B-36EC-3147-C4BE-A0FB214CAB1F}"/>
                      </a:ext>
                    </a:extLst>
                  </p:cNvPr>
                  <p:cNvSpPr/>
                  <p:nvPr/>
                </p:nvSpPr>
                <p:spPr>
                  <a:xfrm rot="-4800158">
                    <a:off x="3475798" y="3917293"/>
                    <a:ext cx="66055" cy="279035"/>
                  </a:xfrm>
                  <a:custGeom>
                    <a:avLst/>
                    <a:gdLst>
                      <a:gd name="connsiteX0" fmla="*/ 0 w 66055"/>
                      <a:gd name="connsiteY0" fmla="*/ 0 h 279035"/>
                      <a:gd name="connsiteX1" fmla="*/ 66056 w 66055"/>
                      <a:gd name="connsiteY1" fmla="*/ 0 h 279035"/>
                      <a:gd name="connsiteX2" fmla="*/ 66056 w 66055"/>
                      <a:gd name="connsiteY2" fmla="*/ 279035 h 279035"/>
                      <a:gd name="connsiteX3" fmla="*/ 0 w 66055"/>
                      <a:gd name="connsiteY3" fmla="*/ 279035 h 279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5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35"/>
                        </a:lnTo>
                        <a:lnTo>
                          <a:pt x="0" y="27903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0" name="Graphic 7">
                  <a:extLst>
                    <a:ext uri="{FF2B5EF4-FFF2-40B4-BE49-F238E27FC236}">
                      <a16:creationId xmlns:a16="http://schemas.microsoft.com/office/drawing/2014/main" id="{C2101700-50A9-18B0-DD1C-CDEE55BB065B}"/>
                    </a:ext>
                  </a:extLst>
                </p:cNvPr>
                <p:cNvGrpSpPr/>
                <p:nvPr/>
              </p:nvGrpSpPr>
              <p:grpSpPr>
                <a:xfrm>
                  <a:off x="-4443043" y="2767939"/>
                  <a:ext cx="8254676" cy="1450358"/>
                  <a:chOff x="-4443043" y="2767939"/>
                  <a:chExt cx="8254676" cy="1450358"/>
                </a:xfrm>
                <a:solidFill>
                  <a:srgbClr val="CED6DB"/>
                </a:solidFill>
              </p:grpSpPr>
              <p:sp>
                <p:nvSpPr>
                  <p:cNvPr id="181" name="Freeform: Shape 180">
                    <a:extLst>
                      <a:ext uri="{FF2B5EF4-FFF2-40B4-BE49-F238E27FC236}">
                        <a16:creationId xmlns:a16="http://schemas.microsoft.com/office/drawing/2014/main" id="{FEB49985-FBDD-6217-F343-30703CB5A08B}"/>
                      </a:ext>
                    </a:extLst>
                  </p:cNvPr>
                  <p:cNvSpPr/>
                  <p:nvPr/>
                </p:nvSpPr>
                <p:spPr>
                  <a:xfrm rot="-4920264">
                    <a:off x="-4333352" y="2680567"/>
                    <a:ext cx="66058" cy="278963"/>
                  </a:xfrm>
                  <a:custGeom>
                    <a:avLst/>
                    <a:gdLst>
                      <a:gd name="connsiteX0" fmla="*/ 0 w 66058"/>
                      <a:gd name="connsiteY0" fmla="*/ 0 h 278963"/>
                      <a:gd name="connsiteX1" fmla="*/ 66058 w 66058"/>
                      <a:gd name="connsiteY1" fmla="*/ 0 h 278963"/>
                      <a:gd name="connsiteX2" fmla="*/ 66058 w 66058"/>
                      <a:gd name="connsiteY2" fmla="*/ 278963 h 278963"/>
                      <a:gd name="connsiteX3" fmla="*/ 0 w 66058"/>
                      <a:gd name="connsiteY3" fmla="*/ 278963 h 278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63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63"/>
                        </a:lnTo>
                        <a:lnTo>
                          <a:pt x="0" y="27896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2" name="Freeform: Shape 181">
                    <a:extLst>
                      <a:ext uri="{FF2B5EF4-FFF2-40B4-BE49-F238E27FC236}">
                        <a16:creationId xmlns:a16="http://schemas.microsoft.com/office/drawing/2014/main" id="{377A5CE3-5316-E5ED-71E0-4E78BCB20040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3497655" y="3780896"/>
                    <a:ext cx="66059" cy="279049"/>
                  </a:xfrm>
                  <a:custGeom>
                    <a:avLst/>
                    <a:gdLst>
                      <a:gd name="connsiteX0" fmla="*/ 0 w 66059"/>
                      <a:gd name="connsiteY0" fmla="*/ 0 h 279049"/>
                      <a:gd name="connsiteX1" fmla="*/ 66059 w 66059"/>
                      <a:gd name="connsiteY1" fmla="*/ 0 h 279049"/>
                      <a:gd name="connsiteX2" fmla="*/ 66059 w 66059"/>
                      <a:gd name="connsiteY2" fmla="*/ 279050 h 279049"/>
                      <a:gd name="connsiteX3" fmla="*/ 0 w 66059"/>
                      <a:gd name="connsiteY3" fmla="*/ 279050 h 279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904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50"/>
                        </a:lnTo>
                        <a:lnTo>
                          <a:pt x="0" y="2790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3" name="Graphic 7">
                  <a:extLst>
                    <a:ext uri="{FF2B5EF4-FFF2-40B4-BE49-F238E27FC236}">
                      <a16:creationId xmlns:a16="http://schemas.microsoft.com/office/drawing/2014/main" id="{8DEC5CBA-71BB-9E2A-1795-0825516B024F}"/>
                    </a:ext>
                  </a:extLst>
                </p:cNvPr>
                <p:cNvGrpSpPr/>
                <p:nvPr/>
              </p:nvGrpSpPr>
              <p:grpSpPr>
                <a:xfrm>
                  <a:off x="-4459356" y="2909300"/>
                  <a:ext cx="8287621" cy="1109819"/>
                  <a:chOff x="-4459356" y="2909300"/>
                  <a:chExt cx="8287621" cy="1109819"/>
                </a:xfrm>
                <a:solidFill>
                  <a:srgbClr val="CED6DB"/>
                </a:solidFill>
              </p:grpSpPr>
              <p:sp>
                <p:nvSpPr>
                  <p:cNvPr id="184" name="Freeform: Shape 183">
                    <a:extLst>
                      <a:ext uri="{FF2B5EF4-FFF2-40B4-BE49-F238E27FC236}">
                        <a16:creationId xmlns:a16="http://schemas.microsoft.com/office/drawing/2014/main" id="{38A02F99-6B18-CDD0-C200-4EE024CEB426}"/>
                      </a:ext>
                    </a:extLst>
                  </p:cNvPr>
                  <p:cNvSpPr/>
                  <p:nvPr/>
                </p:nvSpPr>
                <p:spPr>
                  <a:xfrm rot="-5040431">
                    <a:off x="-4350239" y="2817249"/>
                    <a:ext cx="66054" cy="278914"/>
                  </a:xfrm>
                  <a:custGeom>
                    <a:avLst/>
                    <a:gdLst>
                      <a:gd name="connsiteX0" fmla="*/ 0 w 66054"/>
                      <a:gd name="connsiteY0" fmla="*/ 0 h 278914"/>
                      <a:gd name="connsiteX1" fmla="*/ 66055 w 66054"/>
                      <a:gd name="connsiteY1" fmla="*/ 0 h 278914"/>
                      <a:gd name="connsiteX2" fmla="*/ 66055 w 66054"/>
                      <a:gd name="connsiteY2" fmla="*/ 278914 h 278914"/>
                      <a:gd name="connsiteX3" fmla="*/ 0 w 66054"/>
                      <a:gd name="connsiteY3" fmla="*/ 278914 h 2789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14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14"/>
                        </a:lnTo>
                        <a:lnTo>
                          <a:pt x="0" y="27891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5" name="Freeform: Shape 184">
                    <a:extLst>
                      <a:ext uri="{FF2B5EF4-FFF2-40B4-BE49-F238E27FC236}">
                        <a16:creationId xmlns:a16="http://schemas.microsoft.com/office/drawing/2014/main" id="{C9A97EFB-4B70-D17A-41DA-4088D28F89C6}"/>
                      </a:ext>
                    </a:extLst>
                  </p:cNvPr>
                  <p:cNvSpPr/>
                  <p:nvPr/>
                </p:nvSpPr>
                <p:spPr>
                  <a:xfrm rot="-5039748">
                    <a:off x="3514312" y="3644132"/>
                    <a:ext cx="66055" cy="279002"/>
                  </a:xfrm>
                  <a:custGeom>
                    <a:avLst/>
                    <a:gdLst>
                      <a:gd name="connsiteX0" fmla="*/ 0 w 66055"/>
                      <a:gd name="connsiteY0" fmla="*/ 0 h 279002"/>
                      <a:gd name="connsiteX1" fmla="*/ 66056 w 66055"/>
                      <a:gd name="connsiteY1" fmla="*/ 0 h 279002"/>
                      <a:gd name="connsiteX2" fmla="*/ 66056 w 66055"/>
                      <a:gd name="connsiteY2" fmla="*/ 279003 h 279002"/>
                      <a:gd name="connsiteX3" fmla="*/ 0 w 66055"/>
                      <a:gd name="connsiteY3" fmla="*/ 279003 h 2790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02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3"/>
                        </a:lnTo>
                        <a:lnTo>
                          <a:pt x="0" y="27900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6" name="Graphic 7">
                  <a:extLst>
                    <a:ext uri="{FF2B5EF4-FFF2-40B4-BE49-F238E27FC236}">
                      <a16:creationId xmlns:a16="http://schemas.microsoft.com/office/drawing/2014/main" id="{E5A389C5-B060-4E2F-0477-E732E5B01387}"/>
                    </a:ext>
                  </a:extLst>
                </p:cNvPr>
                <p:cNvGrpSpPr/>
                <p:nvPr/>
              </p:nvGrpSpPr>
              <p:grpSpPr>
                <a:xfrm>
                  <a:off x="-4470595" y="3051939"/>
                  <a:ext cx="8310602" cy="766419"/>
                  <a:chOff x="-4470595" y="3051939"/>
                  <a:chExt cx="8310602" cy="766419"/>
                </a:xfrm>
                <a:solidFill>
                  <a:srgbClr val="CED6DB"/>
                </a:solidFill>
              </p:grpSpPr>
              <p:sp>
                <p:nvSpPr>
                  <p:cNvPr id="187" name="Freeform: Shape 186">
                    <a:extLst>
                      <a:ext uri="{FF2B5EF4-FFF2-40B4-BE49-F238E27FC236}">
                        <a16:creationId xmlns:a16="http://schemas.microsoft.com/office/drawing/2014/main" id="{D45FFBCC-2A13-FEF8-146B-DBE1CAEB9E03}"/>
                      </a:ext>
                    </a:extLst>
                  </p:cNvPr>
                  <p:cNvSpPr/>
                  <p:nvPr/>
                </p:nvSpPr>
                <p:spPr>
                  <a:xfrm rot="-5159859">
                    <a:off x="-4362183" y="2955147"/>
                    <a:ext cx="66059" cy="278951"/>
                  </a:xfrm>
                  <a:custGeom>
                    <a:avLst/>
                    <a:gdLst>
                      <a:gd name="connsiteX0" fmla="*/ 0 w 66059"/>
                      <a:gd name="connsiteY0" fmla="*/ 0 h 278951"/>
                      <a:gd name="connsiteX1" fmla="*/ 66059 w 66059"/>
                      <a:gd name="connsiteY1" fmla="*/ 0 h 278951"/>
                      <a:gd name="connsiteX2" fmla="*/ 66059 w 66059"/>
                      <a:gd name="connsiteY2" fmla="*/ 278952 h 278951"/>
                      <a:gd name="connsiteX3" fmla="*/ 0 w 66059"/>
                      <a:gd name="connsiteY3" fmla="*/ 278952 h 278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51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52"/>
                        </a:lnTo>
                        <a:lnTo>
                          <a:pt x="0" y="27895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8" name="Freeform: Shape 187">
                    <a:extLst>
                      <a:ext uri="{FF2B5EF4-FFF2-40B4-BE49-F238E27FC236}">
                        <a16:creationId xmlns:a16="http://schemas.microsoft.com/office/drawing/2014/main" id="{E942B147-AD68-307D-27BA-D935344D5BE4}"/>
                      </a:ext>
                    </a:extLst>
                  </p:cNvPr>
                  <p:cNvSpPr/>
                  <p:nvPr/>
                </p:nvSpPr>
                <p:spPr>
                  <a:xfrm rot="-5160202">
                    <a:off x="3526387" y="3506316"/>
                    <a:ext cx="66058" cy="279015"/>
                  </a:xfrm>
                  <a:custGeom>
                    <a:avLst/>
                    <a:gdLst>
                      <a:gd name="connsiteX0" fmla="*/ 0 w 66058"/>
                      <a:gd name="connsiteY0" fmla="*/ 0 h 279015"/>
                      <a:gd name="connsiteX1" fmla="*/ 66059 w 66058"/>
                      <a:gd name="connsiteY1" fmla="*/ 0 h 279015"/>
                      <a:gd name="connsiteX2" fmla="*/ 66059 w 66058"/>
                      <a:gd name="connsiteY2" fmla="*/ 279016 h 279015"/>
                      <a:gd name="connsiteX3" fmla="*/ 0 w 66058"/>
                      <a:gd name="connsiteY3" fmla="*/ 279016 h 279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15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16"/>
                        </a:lnTo>
                        <a:lnTo>
                          <a:pt x="0" y="27901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9" name="Graphic 7">
                  <a:extLst>
                    <a:ext uri="{FF2B5EF4-FFF2-40B4-BE49-F238E27FC236}">
                      <a16:creationId xmlns:a16="http://schemas.microsoft.com/office/drawing/2014/main" id="{B67DEA9B-240D-244B-156E-B8C36097611E}"/>
                    </a:ext>
                  </a:extLst>
                </p:cNvPr>
                <p:cNvGrpSpPr/>
                <p:nvPr/>
              </p:nvGrpSpPr>
              <p:grpSpPr>
                <a:xfrm>
                  <a:off x="-4477107" y="3194493"/>
                  <a:ext cx="8323627" cy="423239"/>
                  <a:chOff x="-4477107" y="3194493"/>
                  <a:chExt cx="8323627" cy="423239"/>
                </a:xfrm>
                <a:solidFill>
                  <a:srgbClr val="CED6DB"/>
                </a:solidFill>
              </p:grpSpPr>
              <p:sp>
                <p:nvSpPr>
                  <p:cNvPr id="190" name="Freeform: Shape 189">
                    <a:extLst>
                      <a:ext uri="{FF2B5EF4-FFF2-40B4-BE49-F238E27FC236}">
                        <a16:creationId xmlns:a16="http://schemas.microsoft.com/office/drawing/2014/main" id="{334157B4-2269-79E6-3CC3-611575F1FE55}"/>
                      </a:ext>
                    </a:extLst>
                  </p:cNvPr>
                  <p:cNvSpPr/>
                  <p:nvPr/>
                </p:nvSpPr>
                <p:spPr>
                  <a:xfrm rot="-5279999">
                    <a:off x="-4369587" y="3092889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60 h 278959"/>
                      <a:gd name="connsiteX3" fmla="*/ 0 w 66057"/>
                      <a:gd name="connsiteY3" fmla="*/ 278960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60"/>
                        </a:lnTo>
                        <a:lnTo>
                          <a:pt x="0" y="2789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1" name="Freeform: Shape 190">
                    <a:extLst>
                      <a:ext uri="{FF2B5EF4-FFF2-40B4-BE49-F238E27FC236}">
                        <a16:creationId xmlns:a16="http://schemas.microsoft.com/office/drawing/2014/main" id="{BD8266A5-5C54-80CA-AB4E-33845709EC70}"/>
                      </a:ext>
                    </a:extLst>
                  </p:cNvPr>
                  <p:cNvSpPr/>
                  <p:nvPr/>
                </p:nvSpPr>
                <p:spPr>
                  <a:xfrm rot="-5280343">
                    <a:off x="3533560" y="3368626"/>
                    <a:ext cx="66057" cy="279057"/>
                  </a:xfrm>
                  <a:custGeom>
                    <a:avLst/>
                    <a:gdLst>
                      <a:gd name="connsiteX0" fmla="*/ 0 w 66057"/>
                      <a:gd name="connsiteY0" fmla="*/ 0 h 279057"/>
                      <a:gd name="connsiteX1" fmla="*/ 66057 w 66057"/>
                      <a:gd name="connsiteY1" fmla="*/ 0 h 279057"/>
                      <a:gd name="connsiteX2" fmla="*/ 66057 w 66057"/>
                      <a:gd name="connsiteY2" fmla="*/ 279058 h 279057"/>
                      <a:gd name="connsiteX3" fmla="*/ 0 w 66057"/>
                      <a:gd name="connsiteY3" fmla="*/ 279058 h 279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57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58"/>
                        </a:lnTo>
                        <a:lnTo>
                          <a:pt x="0" y="279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2" name="Graphic 7">
                  <a:extLst>
                    <a:ext uri="{FF2B5EF4-FFF2-40B4-BE49-F238E27FC236}">
                      <a16:creationId xmlns:a16="http://schemas.microsoft.com/office/drawing/2014/main" id="{7B23F063-37FF-8BC1-BABC-3D67DF60E359}"/>
                    </a:ext>
                  </a:extLst>
                </p:cNvPr>
                <p:cNvGrpSpPr/>
                <p:nvPr/>
              </p:nvGrpSpPr>
              <p:grpSpPr>
                <a:xfrm>
                  <a:off x="-4478288" y="3337131"/>
                  <a:ext cx="8326112" cy="79592"/>
                  <a:chOff x="-4478288" y="3337131"/>
                  <a:chExt cx="8326112" cy="79592"/>
                </a:xfrm>
                <a:solidFill>
                  <a:srgbClr val="CED6DB"/>
                </a:solidFill>
              </p:grpSpPr>
              <p:sp>
                <p:nvSpPr>
                  <p:cNvPr id="193" name="Freeform: Shape 192">
                    <a:extLst>
                      <a:ext uri="{FF2B5EF4-FFF2-40B4-BE49-F238E27FC236}">
                        <a16:creationId xmlns:a16="http://schemas.microsoft.com/office/drawing/2014/main" id="{FF31BC3C-0955-4113-A2A4-D02F0FD09817}"/>
                      </a:ext>
                    </a:extLst>
                  </p:cNvPr>
                  <p:cNvSpPr/>
                  <p:nvPr/>
                </p:nvSpPr>
                <p:spPr>
                  <a:xfrm>
                    <a:off x="-4478288" y="3337181"/>
                    <a:ext cx="278924" cy="66056"/>
                  </a:xfrm>
                  <a:custGeom>
                    <a:avLst/>
                    <a:gdLst>
                      <a:gd name="connsiteX0" fmla="*/ 0 w 278924"/>
                      <a:gd name="connsiteY0" fmla="*/ 0 h 66056"/>
                      <a:gd name="connsiteX1" fmla="*/ 278925 w 278924"/>
                      <a:gd name="connsiteY1" fmla="*/ 0 h 66056"/>
                      <a:gd name="connsiteX2" fmla="*/ 278925 w 278924"/>
                      <a:gd name="connsiteY2" fmla="*/ 66057 h 66056"/>
                      <a:gd name="connsiteX3" fmla="*/ 0 w 278924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4" h="66056">
                        <a:moveTo>
                          <a:pt x="0" y="0"/>
                        </a:moveTo>
                        <a:lnTo>
                          <a:pt x="278925" y="0"/>
                        </a:lnTo>
                        <a:lnTo>
                          <a:pt x="278925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4" name="Freeform: Shape 193">
                    <a:extLst>
                      <a:ext uri="{FF2B5EF4-FFF2-40B4-BE49-F238E27FC236}">
                        <a16:creationId xmlns:a16="http://schemas.microsoft.com/office/drawing/2014/main" id="{53EB3AA2-9C7A-D9C1-4AF0-799650622F14}"/>
                      </a:ext>
                    </a:extLst>
                  </p:cNvPr>
                  <p:cNvSpPr/>
                  <p:nvPr/>
                </p:nvSpPr>
                <p:spPr>
                  <a:xfrm>
                    <a:off x="3429421" y="3337131"/>
                    <a:ext cx="279023" cy="66056"/>
                  </a:xfrm>
                  <a:custGeom>
                    <a:avLst/>
                    <a:gdLst>
                      <a:gd name="connsiteX0" fmla="*/ 0 w 279023"/>
                      <a:gd name="connsiteY0" fmla="*/ 0 h 66056"/>
                      <a:gd name="connsiteX1" fmla="*/ 279024 w 279023"/>
                      <a:gd name="connsiteY1" fmla="*/ 0 h 66056"/>
                      <a:gd name="connsiteX2" fmla="*/ 279024 w 279023"/>
                      <a:gd name="connsiteY2" fmla="*/ 66057 h 66056"/>
                      <a:gd name="connsiteX3" fmla="*/ 0 w 279023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3" h="66056">
                        <a:moveTo>
                          <a:pt x="0" y="0"/>
                        </a:moveTo>
                        <a:lnTo>
                          <a:pt x="279024" y="0"/>
                        </a:lnTo>
                        <a:lnTo>
                          <a:pt x="279024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5" name="Graphic 7">
                  <a:extLst>
                    <a:ext uri="{FF2B5EF4-FFF2-40B4-BE49-F238E27FC236}">
                      <a16:creationId xmlns:a16="http://schemas.microsoft.com/office/drawing/2014/main" id="{397DBE59-8983-84E4-0C67-56F31AFE7066}"/>
                    </a:ext>
                  </a:extLst>
                </p:cNvPr>
                <p:cNvGrpSpPr/>
                <p:nvPr/>
              </p:nvGrpSpPr>
              <p:grpSpPr>
                <a:xfrm>
                  <a:off x="-4476988" y="3194288"/>
                  <a:ext cx="8323486" cy="423594"/>
                  <a:chOff x="-4476988" y="3194288"/>
                  <a:chExt cx="8323486" cy="423594"/>
                </a:xfrm>
                <a:solidFill>
                  <a:srgbClr val="CED6DB"/>
                </a:solidFill>
              </p:grpSpPr>
              <p:sp>
                <p:nvSpPr>
                  <p:cNvPr id="196" name="Freeform: Shape 195">
                    <a:extLst>
                      <a:ext uri="{FF2B5EF4-FFF2-40B4-BE49-F238E27FC236}">
                        <a16:creationId xmlns:a16="http://schemas.microsoft.com/office/drawing/2014/main" id="{99766670-0F90-5DA2-77CF-06746283210C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-4475920" y="3475205"/>
                    <a:ext cx="278960" cy="66057"/>
                  </a:xfrm>
                  <a:custGeom>
                    <a:avLst/>
                    <a:gdLst>
                      <a:gd name="connsiteX0" fmla="*/ 0 w 278960"/>
                      <a:gd name="connsiteY0" fmla="*/ 0 h 66057"/>
                      <a:gd name="connsiteX1" fmla="*/ 278961 w 278960"/>
                      <a:gd name="connsiteY1" fmla="*/ 0 h 66057"/>
                      <a:gd name="connsiteX2" fmla="*/ 278961 w 278960"/>
                      <a:gd name="connsiteY2" fmla="*/ 66057 h 66057"/>
                      <a:gd name="connsiteX3" fmla="*/ 0 w 278960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0" h="66057">
                        <a:moveTo>
                          <a:pt x="0" y="0"/>
                        </a:moveTo>
                        <a:lnTo>
                          <a:pt x="278961" y="0"/>
                        </a:lnTo>
                        <a:lnTo>
                          <a:pt x="27896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7" name="Freeform: Shape 196">
                    <a:extLst>
                      <a:ext uri="{FF2B5EF4-FFF2-40B4-BE49-F238E27FC236}">
                        <a16:creationId xmlns:a16="http://schemas.microsoft.com/office/drawing/2014/main" id="{0A3E1708-BDC9-824D-FC21-1A86109C9583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3427003" y="3199138"/>
                    <a:ext cx="279092" cy="66057"/>
                  </a:xfrm>
                  <a:custGeom>
                    <a:avLst/>
                    <a:gdLst>
                      <a:gd name="connsiteX0" fmla="*/ 0 w 279092"/>
                      <a:gd name="connsiteY0" fmla="*/ 0 h 66057"/>
                      <a:gd name="connsiteX1" fmla="*/ 279093 w 279092"/>
                      <a:gd name="connsiteY1" fmla="*/ 0 h 66057"/>
                      <a:gd name="connsiteX2" fmla="*/ 279093 w 279092"/>
                      <a:gd name="connsiteY2" fmla="*/ 66057 h 66057"/>
                      <a:gd name="connsiteX3" fmla="*/ 0 w 279092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92" h="66057">
                        <a:moveTo>
                          <a:pt x="0" y="0"/>
                        </a:moveTo>
                        <a:lnTo>
                          <a:pt x="279093" y="0"/>
                        </a:lnTo>
                        <a:lnTo>
                          <a:pt x="27909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8" name="Graphic 7">
                  <a:extLst>
                    <a:ext uri="{FF2B5EF4-FFF2-40B4-BE49-F238E27FC236}">
                      <a16:creationId xmlns:a16="http://schemas.microsoft.com/office/drawing/2014/main" id="{78F11380-8C84-4AEA-55DE-2F0F20831835}"/>
                    </a:ext>
                  </a:extLst>
                </p:cNvPr>
                <p:cNvGrpSpPr/>
                <p:nvPr/>
              </p:nvGrpSpPr>
              <p:grpSpPr>
                <a:xfrm>
                  <a:off x="-4470916" y="3051377"/>
                  <a:ext cx="8310753" cy="767381"/>
                  <a:chOff x="-4470916" y="3051377"/>
                  <a:chExt cx="8310753" cy="767381"/>
                </a:xfrm>
                <a:solidFill>
                  <a:srgbClr val="CED6DB"/>
                </a:solidFill>
              </p:grpSpPr>
              <p:sp>
                <p:nvSpPr>
                  <p:cNvPr id="199" name="Freeform: Shape 198">
                    <a:extLst>
                      <a:ext uri="{FF2B5EF4-FFF2-40B4-BE49-F238E27FC236}">
                        <a16:creationId xmlns:a16="http://schemas.microsoft.com/office/drawing/2014/main" id="{4BD0AD09-8178-187A-F1A7-CCC581C03593}"/>
                      </a:ext>
                    </a:extLst>
                  </p:cNvPr>
                  <p:cNvSpPr/>
                  <p:nvPr/>
                </p:nvSpPr>
                <p:spPr>
                  <a:xfrm rot="-240141">
                    <a:off x="-4468951" y="3613019"/>
                    <a:ext cx="278952" cy="66059"/>
                  </a:xfrm>
                  <a:custGeom>
                    <a:avLst/>
                    <a:gdLst>
                      <a:gd name="connsiteX0" fmla="*/ 0 w 278952"/>
                      <a:gd name="connsiteY0" fmla="*/ 0 h 66059"/>
                      <a:gd name="connsiteX1" fmla="*/ 278952 w 278952"/>
                      <a:gd name="connsiteY1" fmla="*/ 0 h 66059"/>
                      <a:gd name="connsiteX2" fmla="*/ 278952 w 278952"/>
                      <a:gd name="connsiteY2" fmla="*/ 66059 h 66059"/>
                      <a:gd name="connsiteX3" fmla="*/ 0 w 278952"/>
                      <a:gd name="connsiteY3" fmla="*/ 66059 h 66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9">
                        <a:moveTo>
                          <a:pt x="0" y="0"/>
                        </a:moveTo>
                        <a:lnTo>
                          <a:pt x="278952" y="0"/>
                        </a:lnTo>
                        <a:lnTo>
                          <a:pt x="278952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0" name="Freeform: Shape 199">
                    <a:extLst>
                      <a:ext uri="{FF2B5EF4-FFF2-40B4-BE49-F238E27FC236}">
                        <a16:creationId xmlns:a16="http://schemas.microsoft.com/office/drawing/2014/main" id="{E1491B4D-ACFD-D4A7-544B-7592D089FA2F}"/>
                      </a:ext>
                    </a:extLst>
                  </p:cNvPr>
                  <p:cNvSpPr/>
                  <p:nvPr/>
                </p:nvSpPr>
                <p:spPr>
                  <a:xfrm rot="-241193">
                    <a:off x="3419696" y="3061077"/>
                    <a:ext cx="279045" cy="66054"/>
                  </a:xfrm>
                  <a:custGeom>
                    <a:avLst/>
                    <a:gdLst>
                      <a:gd name="connsiteX0" fmla="*/ 0 w 279045"/>
                      <a:gd name="connsiteY0" fmla="*/ 0 h 66054"/>
                      <a:gd name="connsiteX1" fmla="*/ 279046 w 279045"/>
                      <a:gd name="connsiteY1" fmla="*/ 0 h 66054"/>
                      <a:gd name="connsiteX2" fmla="*/ 279046 w 279045"/>
                      <a:gd name="connsiteY2" fmla="*/ 66054 h 66054"/>
                      <a:gd name="connsiteX3" fmla="*/ 0 w 279045"/>
                      <a:gd name="connsiteY3" fmla="*/ 66054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5" h="66054">
                        <a:moveTo>
                          <a:pt x="0" y="0"/>
                        </a:moveTo>
                        <a:lnTo>
                          <a:pt x="279046" y="0"/>
                        </a:lnTo>
                        <a:lnTo>
                          <a:pt x="279046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1" name="Graphic 7">
                  <a:extLst>
                    <a:ext uri="{FF2B5EF4-FFF2-40B4-BE49-F238E27FC236}">
                      <a16:creationId xmlns:a16="http://schemas.microsoft.com/office/drawing/2014/main" id="{FA9CEA38-4A09-22AB-601C-2702F4A77E25}"/>
                    </a:ext>
                  </a:extLst>
                </p:cNvPr>
                <p:cNvGrpSpPr/>
                <p:nvPr/>
              </p:nvGrpSpPr>
              <p:grpSpPr>
                <a:xfrm>
                  <a:off x="-4459469" y="2909414"/>
                  <a:ext cx="8287637" cy="1109293"/>
                  <a:chOff x="-4459469" y="2909414"/>
                  <a:chExt cx="8287637" cy="1109293"/>
                </a:xfrm>
                <a:solidFill>
                  <a:srgbClr val="CED6DB"/>
                </a:solidFill>
              </p:grpSpPr>
              <p:sp>
                <p:nvSpPr>
                  <p:cNvPr id="202" name="Freeform: Shape 201">
                    <a:extLst>
                      <a:ext uri="{FF2B5EF4-FFF2-40B4-BE49-F238E27FC236}">
                        <a16:creationId xmlns:a16="http://schemas.microsoft.com/office/drawing/2014/main" id="{5E197641-9B91-FFDB-A022-E964959B7C60}"/>
                      </a:ext>
                    </a:extLst>
                  </p:cNvPr>
                  <p:cNvSpPr/>
                  <p:nvPr/>
                </p:nvSpPr>
                <p:spPr>
                  <a:xfrm rot="-360594">
                    <a:off x="-4456777" y="3750273"/>
                    <a:ext cx="278923" cy="66056"/>
                  </a:xfrm>
                  <a:custGeom>
                    <a:avLst/>
                    <a:gdLst>
                      <a:gd name="connsiteX0" fmla="*/ 0 w 278923"/>
                      <a:gd name="connsiteY0" fmla="*/ 0 h 66056"/>
                      <a:gd name="connsiteX1" fmla="*/ 278924 w 278923"/>
                      <a:gd name="connsiteY1" fmla="*/ 0 h 66056"/>
                      <a:gd name="connsiteX2" fmla="*/ 278924 w 278923"/>
                      <a:gd name="connsiteY2" fmla="*/ 66056 h 66056"/>
                      <a:gd name="connsiteX3" fmla="*/ 0 w 278923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3" h="66056">
                        <a:moveTo>
                          <a:pt x="0" y="0"/>
                        </a:moveTo>
                        <a:lnTo>
                          <a:pt x="278924" y="0"/>
                        </a:lnTo>
                        <a:lnTo>
                          <a:pt x="278924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D74AD041-05C9-C737-4193-BD9AFD14353E}"/>
                      </a:ext>
                    </a:extLst>
                  </p:cNvPr>
                  <p:cNvSpPr/>
                  <p:nvPr/>
                </p:nvSpPr>
                <p:spPr>
                  <a:xfrm rot="-360594">
                    <a:off x="3407685" y="2923841"/>
                    <a:ext cx="279055" cy="66072"/>
                  </a:xfrm>
                  <a:custGeom>
                    <a:avLst/>
                    <a:gdLst>
                      <a:gd name="connsiteX0" fmla="*/ 0 w 279055"/>
                      <a:gd name="connsiteY0" fmla="*/ 0 h 66072"/>
                      <a:gd name="connsiteX1" fmla="*/ 279056 w 279055"/>
                      <a:gd name="connsiteY1" fmla="*/ 0 h 66072"/>
                      <a:gd name="connsiteX2" fmla="*/ 279056 w 279055"/>
                      <a:gd name="connsiteY2" fmla="*/ 66073 h 66072"/>
                      <a:gd name="connsiteX3" fmla="*/ 0 w 279055"/>
                      <a:gd name="connsiteY3" fmla="*/ 66073 h 66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5" h="66072">
                        <a:moveTo>
                          <a:pt x="0" y="0"/>
                        </a:moveTo>
                        <a:lnTo>
                          <a:pt x="279056" y="0"/>
                        </a:lnTo>
                        <a:lnTo>
                          <a:pt x="279056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4" name="Graphic 7">
                  <a:extLst>
                    <a:ext uri="{FF2B5EF4-FFF2-40B4-BE49-F238E27FC236}">
                      <a16:creationId xmlns:a16="http://schemas.microsoft.com/office/drawing/2014/main" id="{70C7D078-8867-EEBB-AC1A-B97D1B59A2FB}"/>
                    </a:ext>
                  </a:extLst>
                </p:cNvPr>
                <p:cNvGrpSpPr/>
                <p:nvPr/>
              </p:nvGrpSpPr>
              <p:grpSpPr>
                <a:xfrm>
                  <a:off x="-4442931" y="2767767"/>
                  <a:ext cx="8254509" cy="1450457"/>
                  <a:chOff x="-4442931" y="2767767"/>
                  <a:chExt cx="8254509" cy="1450457"/>
                </a:xfrm>
                <a:solidFill>
                  <a:srgbClr val="CED6DB"/>
                </a:solidFill>
              </p:grpSpPr>
              <p:sp>
                <p:nvSpPr>
                  <p:cNvPr id="205" name="Freeform: Shape 204">
                    <a:extLst>
                      <a:ext uri="{FF2B5EF4-FFF2-40B4-BE49-F238E27FC236}">
                        <a16:creationId xmlns:a16="http://schemas.microsoft.com/office/drawing/2014/main" id="{2E37711C-A56D-8637-9B33-D430DC6C7FEB}"/>
                      </a:ext>
                    </a:extLst>
                  </p:cNvPr>
                  <p:cNvSpPr/>
                  <p:nvPr/>
                </p:nvSpPr>
                <p:spPr>
                  <a:xfrm rot="-480805">
                    <a:off x="-4439688" y="3887286"/>
                    <a:ext cx="278931" cy="66054"/>
                  </a:xfrm>
                  <a:custGeom>
                    <a:avLst/>
                    <a:gdLst>
                      <a:gd name="connsiteX0" fmla="*/ 0 w 278931"/>
                      <a:gd name="connsiteY0" fmla="*/ 0 h 66054"/>
                      <a:gd name="connsiteX1" fmla="*/ 278931 w 278931"/>
                      <a:gd name="connsiteY1" fmla="*/ 0 h 66054"/>
                      <a:gd name="connsiteX2" fmla="*/ 278931 w 278931"/>
                      <a:gd name="connsiteY2" fmla="*/ 66054 h 66054"/>
                      <a:gd name="connsiteX3" fmla="*/ 0 w 278931"/>
                      <a:gd name="connsiteY3" fmla="*/ 66054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1" h="66054">
                        <a:moveTo>
                          <a:pt x="0" y="0"/>
                        </a:moveTo>
                        <a:lnTo>
                          <a:pt x="278931" y="0"/>
                        </a:lnTo>
                        <a:lnTo>
                          <a:pt x="278931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6" name="Freeform: Shape 205">
                    <a:extLst>
                      <a:ext uri="{FF2B5EF4-FFF2-40B4-BE49-F238E27FC236}">
                        <a16:creationId xmlns:a16="http://schemas.microsoft.com/office/drawing/2014/main" id="{D2146CF1-3E8D-2F86-194D-B33466FF8A30}"/>
                      </a:ext>
                    </a:extLst>
                  </p:cNvPr>
                  <p:cNvSpPr/>
                  <p:nvPr/>
                </p:nvSpPr>
                <p:spPr>
                  <a:xfrm rot="-480076">
                    <a:off x="3391059" y="2786870"/>
                    <a:ext cx="279099" cy="66058"/>
                  </a:xfrm>
                  <a:custGeom>
                    <a:avLst/>
                    <a:gdLst>
                      <a:gd name="connsiteX0" fmla="*/ 0 w 279099"/>
                      <a:gd name="connsiteY0" fmla="*/ 0 h 66058"/>
                      <a:gd name="connsiteX1" fmla="*/ 279100 w 279099"/>
                      <a:gd name="connsiteY1" fmla="*/ 0 h 66058"/>
                      <a:gd name="connsiteX2" fmla="*/ 279100 w 279099"/>
                      <a:gd name="connsiteY2" fmla="*/ 66059 h 66058"/>
                      <a:gd name="connsiteX3" fmla="*/ 0 w 279099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99" h="66058">
                        <a:moveTo>
                          <a:pt x="0" y="0"/>
                        </a:moveTo>
                        <a:lnTo>
                          <a:pt x="279100" y="0"/>
                        </a:lnTo>
                        <a:lnTo>
                          <a:pt x="279100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7" name="Graphic 7">
                  <a:extLst>
                    <a:ext uri="{FF2B5EF4-FFF2-40B4-BE49-F238E27FC236}">
                      <a16:creationId xmlns:a16="http://schemas.microsoft.com/office/drawing/2014/main" id="{52789860-D3E3-192A-CAA1-DE9C28EA9986}"/>
                    </a:ext>
                  </a:extLst>
                </p:cNvPr>
                <p:cNvGrpSpPr/>
                <p:nvPr/>
              </p:nvGrpSpPr>
              <p:grpSpPr>
                <a:xfrm>
                  <a:off x="-4422106" y="2626861"/>
                  <a:ext cx="8211569" cy="1789914"/>
                  <a:chOff x="-4422106" y="2626861"/>
                  <a:chExt cx="8211569" cy="1789914"/>
                </a:xfrm>
                <a:solidFill>
                  <a:srgbClr val="CED6DB"/>
                </a:solidFill>
              </p:grpSpPr>
              <p:sp>
                <p:nvSpPr>
                  <p:cNvPr id="208" name="Freeform: Shape 207">
                    <a:extLst>
                      <a:ext uri="{FF2B5EF4-FFF2-40B4-BE49-F238E27FC236}">
                        <a16:creationId xmlns:a16="http://schemas.microsoft.com/office/drawing/2014/main" id="{9B3CD76F-B247-6634-C7B3-72CB71074B41}"/>
                      </a:ext>
                    </a:extLst>
                  </p:cNvPr>
                  <p:cNvSpPr/>
                  <p:nvPr/>
                </p:nvSpPr>
                <p:spPr>
                  <a:xfrm rot="-600519">
                    <a:off x="-4418489" y="4023696"/>
                    <a:ext cx="278963" cy="66057"/>
                  </a:xfrm>
                  <a:custGeom>
                    <a:avLst/>
                    <a:gdLst>
                      <a:gd name="connsiteX0" fmla="*/ 0 w 278963"/>
                      <a:gd name="connsiteY0" fmla="*/ 0 h 66057"/>
                      <a:gd name="connsiteX1" fmla="*/ 278963 w 278963"/>
                      <a:gd name="connsiteY1" fmla="*/ 0 h 66057"/>
                      <a:gd name="connsiteX2" fmla="*/ 278963 w 278963"/>
                      <a:gd name="connsiteY2" fmla="*/ 66058 h 66057"/>
                      <a:gd name="connsiteX3" fmla="*/ 0 w 278963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3" h="66057">
                        <a:moveTo>
                          <a:pt x="0" y="0"/>
                        </a:moveTo>
                        <a:lnTo>
                          <a:pt x="278963" y="0"/>
                        </a:lnTo>
                        <a:lnTo>
                          <a:pt x="278963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9" name="Freeform: Shape 208">
                    <a:extLst>
                      <a:ext uri="{FF2B5EF4-FFF2-40B4-BE49-F238E27FC236}">
                        <a16:creationId xmlns:a16="http://schemas.microsoft.com/office/drawing/2014/main" id="{9F7CCEC0-17E5-9FF5-4564-10BB98CC9121}"/>
                      </a:ext>
                    </a:extLst>
                  </p:cNvPr>
                  <p:cNvSpPr/>
                  <p:nvPr/>
                </p:nvSpPr>
                <p:spPr>
                  <a:xfrm rot="-600519">
                    <a:off x="3369355" y="2650606"/>
                    <a:ext cx="279029" cy="66057"/>
                  </a:xfrm>
                  <a:custGeom>
                    <a:avLst/>
                    <a:gdLst>
                      <a:gd name="connsiteX0" fmla="*/ 0 w 279029"/>
                      <a:gd name="connsiteY0" fmla="*/ 0 h 66057"/>
                      <a:gd name="connsiteX1" fmla="*/ 279029 w 279029"/>
                      <a:gd name="connsiteY1" fmla="*/ 0 h 66057"/>
                      <a:gd name="connsiteX2" fmla="*/ 279029 w 279029"/>
                      <a:gd name="connsiteY2" fmla="*/ 66058 h 66057"/>
                      <a:gd name="connsiteX3" fmla="*/ 0 w 279029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9" h="66057">
                        <a:moveTo>
                          <a:pt x="0" y="0"/>
                        </a:moveTo>
                        <a:lnTo>
                          <a:pt x="279029" y="0"/>
                        </a:lnTo>
                        <a:lnTo>
                          <a:pt x="279029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0" name="Graphic 7">
                  <a:extLst>
                    <a:ext uri="{FF2B5EF4-FFF2-40B4-BE49-F238E27FC236}">
                      <a16:creationId xmlns:a16="http://schemas.microsoft.com/office/drawing/2014/main" id="{4D4BDF3E-ACC4-F3BC-4E0B-FA2D689FAB72}"/>
                    </a:ext>
                  </a:extLst>
                </p:cNvPr>
                <p:cNvGrpSpPr/>
                <p:nvPr/>
              </p:nvGrpSpPr>
              <p:grpSpPr>
                <a:xfrm>
                  <a:off x="-4395690" y="2486786"/>
                  <a:ext cx="8157973" cy="2127604"/>
                  <a:chOff x="-4395690" y="2486786"/>
                  <a:chExt cx="8157973" cy="2127604"/>
                </a:xfrm>
                <a:solidFill>
                  <a:srgbClr val="CED6DB"/>
                </a:solidFill>
              </p:grpSpPr>
              <p:sp>
                <p:nvSpPr>
                  <p:cNvPr id="211" name="Freeform: Shape 210">
                    <a:extLst>
                      <a:ext uri="{FF2B5EF4-FFF2-40B4-BE49-F238E27FC236}">
                        <a16:creationId xmlns:a16="http://schemas.microsoft.com/office/drawing/2014/main" id="{F6470045-FEFC-8DB2-2EAF-703946DC7E0A}"/>
                      </a:ext>
                    </a:extLst>
                  </p:cNvPr>
                  <p:cNvSpPr/>
                  <p:nvPr/>
                </p:nvSpPr>
                <p:spPr>
                  <a:xfrm rot="-721340">
                    <a:off x="-4391870" y="4159502"/>
                    <a:ext cx="278967" cy="66058"/>
                  </a:xfrm>
                  <a:custGeom>
                    <a:avLst/>
                    <a:gdLst>
                      <a:gd name="connsiteX0" fmla="*/ 0 w 278967"/>
                      <a:gd name="connsiteY0" fmla="*/ 0 h 66058"/>
                      <a:gd name="connsiteX1" fmla="*/ 278967 w 278967"/>
                      <a:gd name="connsiteY1" fmla="*/ 0 h 66058"/>
                      <a:gd name="connsiteX2" fmla="*/ 278967 w 278967"/>
                      <a:gd name="connsiteY2" fmla="*/ 66059 h 66058"/>
                      <a:gd name="connsiteX3" fmla="*/ 0 w 278967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7" h="66058">
                        <a:moveTo>
                          <a:pt x="0" y="0"/>
                        </a:moveTo>
                        <a:lnTo>
                          <a:pt x="278967" y="0"/>
                        </a:lnTo>
                        <a:lnTo>
                          <a:pt x="278967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2" name="Freeform: Shape 211">
                    <a:extLst>
                      <a:ext uri="{FF2B5EF4-FFF2-40B4-BE49-F238E27FC236}">
                        <a16:creationId xmlns:a16="http://schemas.microsoft.com/office/drawing/2014/main" id="{7AC1038A-D25E-9160-B70B-A6BF0DE21C1F}"/>
                      </a:ext>
                    </a:extLst>
                  </p:cNvPr>
                  <p:cNvSpPr/>
                  <p:nvPr/>
                </p:nvSpPr>
                <p:spPr>
                  <a:xfrm rot="-720331">
                    <a:off x="3342851" y="2515086"/>
                    <a:ext cx="279049" cy="66054"/>
                  </a:xfrm>
                  <a:custGeom>
                    <a:avLst/>
                    <a:gdLst>
                      <a:gd name="connsiteX0" fmla="*/ 0 w 279049"/>
                      <a:gd name="connsiteY0" fmla="*/ 0 h 66054"/>
                      <a:gd name="connsiteX1" fmla="*/ 279049 w 279049"/>
                      <a:gd name="connsiteY1" fmla="*/ 0 h 66054"/>
                      <a:gd name="connsiteX2" fmla="*/ 279049 w 279049"/>
                      <a:gd name="connsiteY2" fmla="*/ 66055 h 66054"/>
                      <a:gd name="connsiteX3" fmla="*/ 0 w 279049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9" h="66054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3" name="Graphic 7">
                  <a:extLst>
                    <a:ext uri="{FF2B5EF4-FFF2-40B4-BE49-F238E27FC236}">
                      <a16:creationId xmlns:a16="http://schemas.microsoft.com/office/drawing/2014/main" id="{7CB85D5E-8F11-CA49-6AF8-E8841579443A}"/>
                    </a:ext>
                  </a:extLst>
                </p:cNvPr>
                <p:cNvGrpSpPr/>
                <p:nvPr/>
              </p:nvGrpSpPr>
              <p:grpSpPr>
                <a:xfrm>
                  <a:off x="-4364635" y="2347712"/>
                  <a:ext cx="8095143" cy="2462203"/>
                  <a:chOff x="-4364635" y="2347712"/>
                  <a:chExt cx="8095143" cy="2462203"/>
                </a:xfrm>
                <a:solidFill>
                  <a:srgbClr val="CED6DB"/>
                </a:solidFill>
              </p:grpSpPr>
              <p:sp>
                <p:nvSpPr>
                  <p:cNvPr id="214" name="Freeform: Shape 213">
                    <a:extLst>
                      <a:ext uri="{FF2B5EF4-FFF2-40B4-BE49-F238E27FC236}">
                        <a16:creationId xmlns:a16="http://schemas.microsoft.com/office/drawing/2014/main" id="{D99ACC19-5ECD-50AB-CFF7-D7C8EF8E98A1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-4360787" y="4293896"/>
                    <a:ext cx="278914" cy="66058"/>
                  </a:xfrm>
                  <a:custGeom>
                    <a:avLst/>
                    <a:gdLst>
                      <a:gd name="connsiteX0" fmla="*/ 0 w 278914"/>
                      <a:gd name="connsiteY0" fmla="*/ 0 h 66058"/>
                      <a:gd name="connsiteX1" fmla="*/ 278915 w 278914"/>
                      <a:gd name="connsiteY1" fmla="*/ 0 h 66058"/>
                      <a:gd name="connsiteX2" fmla="*/ 278915 w 278914"/>
                      <a:gd name="connsiteY2" fmla="*/ 66058 h 66058"/>
                      <a:gd name="connsiteX3" fmla="*/ 0 w 278914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4" h="66058">
                        <a:moveTo>
                          <a:pt x="0" y="0"/>
                        </a:moveTo>
                        <a:lnTo>
                          <a:pt x="278915" y="0"/>
                        </a:lnTo>
                        <a:lnTo>
                          <a:pt x="278915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5" name="Freeform: Shape 214">
                    <a:extLst>
                      <a:ext uri="{FF2B5EF4-FFF2-40B4-BE49-F238E27FC236}">
                        <a16:creationId xmlns:a16="http://schemas.microsoft.com/office/drawing/2014/main" id="{8B5D02E3-EA0B-3791-4E12-F3570E62E9EF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3312103" y="2380494"/>
                    <a:ext cx="279046" cy="66058"/>
                  </a:xfrm>
                  <a:custGeom>
                    <a:avLst/>
                    <a:gdLst>
                      <a:gd name="connsiteX0" fmla="*/ 0 w 279046"/>
                      <a:gd name="connsiteY0" fmla="*/ 0 h 66058"/>
                      <a:gd name="connsiteX1" fmla="*/ 279047 w 279046"/>
                      <a:gd name="connsiteY1" fmla="*/ 0 h 66058"/>
                      <a:gd name="connsiteX2" fmla="*/ 279047 w 279046"/>
                      <a:gd name="connsiteY2" fmla="*/ 66058 h 66058"/>
                      <a:gd name="connsiteX3" fmla="*/ 0 w 279046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6" h="66058">
                        <a:moveTo>
                          <a:pt x="0" y="0"/>
                        </a:moveTo>
                        <a:lnTo>
                          <a:pt x="279047" y="0"/>
                        </a:lnTo>
                        <a:lnTo>
                          <a:pt x="279047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6" name="Graphic 7">
                  <a:extLst>
                    <a:ext uri="{FF2B5EF4-FFF2-40B4-BE49-F238E27FC236}">
                      <a16:creationId xmlns:a16="http://schemas.microsoft.com/office/drawing/2014/main" id="{BAFCF7F1-7773-DF1A-C4E5-672DAF57B4AF}"/>
                    </a:ext>
                  </a:extLst>
                </p:cNvPr>
                <p:cNvGrpSpPr/>
                <p:nvPr/>
              </p:nvGrpSpPr>
              <p:grpSpPr>
                <a:xfrm>
                  <a:off x="-4329023" y="2210094"/>
                  <a:ext cx="8022398" cy="2793588"/>
                  <a:chOff x="-4329023" y="2210094"/>
                  <a:chExt cx="8022398" cy="2793588"/>
                </a:xfrm>
                <a:solidFill>
                  <a:srgbClr val="CED6DB"/>
                </a:solidFill>
              </p:grpSpPr>
              <p:sp>
                <p:nvSpPr>
                  <p:cNvPr id="217" name="Freeform: Shape 216">
                    <a:extLst>
                      <a:ext uri="{FF2B5EF4-FFF2-40B4-BE49-F238E27FC236}">
                        <a16:creationId xmlns:a16="http://schemas.microsoft.com/office/drawing/2014/main" id="{BBFDBE02-7D77-F09C-3692-289E003A81C7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-4325319" y="4427104"/>
                    <a:ext cx="278948" cy="66074"/>
                  </a:xfrm>
                  <a:custGeom>
                    <a:avLst/>
                    <a:gdLst>
                      <a:gd name="connsiteX0" fmla="*/ 0 w 278948"/>
                      <a:gd name="connsiteY0" fmla="*/ 0 h 66074"/>
                      <a:gd name="connsiteX1" fmla="*/ 278949 w 278948"/>
                      <a:gd name="connsiteY1" fmla="*/ 0 h 66074"/>
                      <a:gd name="connsiteX2" fmla="*/ 278949 w 278948"/>
                      <a:gd name="connsiteY2" fmla="*/ 66075 h 66074"/>
                      <a:gd name="connsiteX3" fmla="*/ 0 w 278948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8" h="66074">
                        <a:moveTo>
                          <a:pt x="0" y="0"/>
                        </a:moveTo>
                        <a:lnTo>
                          <a:pt x="278949" y="0"/>
                        </a:lnTo>
                        <a:lnTo>
                          <a:pt x="278949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8" name="Freeform: Shape 217">
                    <a:extLst>
                      <a:ext uri="{FF2B5EF4-FFF2-40B4-BE49-F238E27FC236}">
                        <a16:creationId xmlns:a16="http://schemas.microsoft.com/office/drawing/2014/main" id="{D4EFB2A8-A659-A74D-48CF-91262EDB9046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3276299" y="2247271"/>
                    <a:ext cx="279080" cy="66074"/>
                  </a:xfrm>
                  <a:custGeom>
                    <a:avLst/>
                    <a:gdLst>
                      <a:gd name="connsiteX0" fmla="*/ 0 w 279080"/>
                      <a:gd name="connsiteY0" fmla="*/ 0 h 66074"/>
                      <a:gd name="connsiteX1" fmla="*/ 279081 w 279080"/>
                      <a:gd name="connsiteY1" fmla="*/ 0 h 66074"/>
                      <a:gd name="connsiteX2" fmla="*/ 279081 w 279080"/>
                      <a:gd name="connsiteY2" fmla="*/ 66075 h 66074"/>
                      <a:gd name="connsiteX3" fmla="*/ 0 w 279080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0" h="66074">
                        <a:moveTo>
                          <a:pt x="0" y="0"/>
                        </a:moveTo>
                        <a:lnTo>
                          <a:pt x="279081" y="0"/>
                        </a:lnTo>
                        <a:lnTo>
                          <a:pt x="279081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9" name="Graphic 7">
                  <a:extLst>
                    <a:ext uri="{FF2B5EF4-FFF2-40B4-BE49-F238E27FC236}">
                      <a16:creationId xmlns:a16="http://schemas.microsoft.com/office/drawing/2014/main" id="{49C70CE8-FFEE-D47D-BC83-05E8721FDF24}"/>
                    </a:ext>
                  </a:extLst>
                </p:cNvPr>
                <p:cNvGrpSpPr/>
                <p:nvPr/>
              </p:nvGrpSpPr>
              <p:grpSpPr>
                <a:xfrm>
                  <a:off x="-4288575" y="2073558"/>
                  <a:ext cx="7939685" cy="3122059"/>
                  <a:chOff x="-4288575" y="2073558"/>
                  <a:chExt cx="7939685" cy="3122059"/>
                </a:xfrm>
                <a:solidFill>
                  <a:srgbClr val="CED6DB"/>
                </a:solidFill>
              </p:grpSpPr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AB5E57C7-A19C-E4A8-0B2F-7CD94F52CCD5}"/>
                      </a:ext>
                    </a:extLst>
                  </p:cNvPr>
                  <p:cNvSpPr/>
                  <p:nvPr/>
                </p:nvSpPr>
                <p:spPr>
                  <a:xfrm rot="-1079898">
                    <a:off x="-4285192" y="4559061"/>
                    <a:ext cx="278951" cy="66075"/>
                  </a:xfrm>
                  <a:custGeom>
                    <a:avLst/>
                    <a:gdLst>
                      <a:gd name="connsiteX0" fmla="*/ 0 w 278951"/>
                      <a:gd name="connsiteY0" fmla="*/ 0 h 66075"/>
                      <a:gd name="connsiteX1" fmla="*/ 278951 w 278951"/>
                      <a:gd name="connsiteY1" fmla="*/ 0 h 66075"/>
                      <a:gd name="connsiteX2" fmla="*/ 278951 w 278951"/>
                      <a:gd name="connsiteY2" fmla="*/ 66076 h 66075"/>
                      <a:gd name="connsiteX3" fmla="*/ 0 w 278951"/>
                      <a:gd name="connsiteY3" fmla="*/ 66076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1" h="66075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76"/>
                        </a:lnTo>
                        <a:lnTo>
                          <a:pt x="0" y="6607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86B469E2-D246-EFCD-FBEB-ECC73DB6D946}"/>
                      </a:ext>
                    </a:extLst>
                  </p:cNvPr>
                  <p:cNvSpPr/>
                  <p:nvPr/>
                </p:nvSpPr>
                <p:spPr>
                  <a:xfrm rot="-1080331">
                    <a:off x="3235806" y="2115063"/>
                    <a:ext cx="279016" cy="66054"/>
                  </a:xfrm>
                  <a:custGeom>
                    <a:avLst/>
                    <a:gdLst>
                      <a:gd name="connsiteX0" fmla="*/ 0 w 279016"/>
                      <a:gd name="connsiteY0" fmla="*/ 0 h 66054"/>
                      <a:gd name="connsiteX1" fmla="*/ 279016 w 279016"/>
                      <a:gd name="connsiteY1" fmla="*/ 0 h 66054"/>
                      <a:gd name="connsiteX2" fmla="*/ 279016 w 279016"/>
                      <a:gd name="connsiteY2" fmla="*/ 66055 h 66054"/>
                      <a:gd name="connsiteX3" fmla="*/ 0 w 27901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6" h="66054">
                        <a:moveTo>
                          <a:pt x="0" y="0"/>
                        </a:moveTo>
                        <a:lnTo>
                          <a:pt x="279016" y="0"/>
                        </a:lnTo>
                        <a:lnTo>
                          <a:pt x="27901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2" name="Graphic 7">
                  <a:extLst>
                    <a:ext uri="{FF2B5EF4-FFF2-40B4-BE49-F238E27FC236}">
                      <a16:creationId xmlns:a16="http://schemas.microsoft.com/office/drawing/2014/main" id="{B5250574-F973-77DA-44DB-7DCAD0C96285}"/>
                    </a:ext>
                  </a:extLst>
                </p:cNvPr>
                <p:cNvGrpSpPr/>
                <p:nvPr/>
              </p:nvGrpSpPr>
              <p:grpSpPr>
                <a:xfrm>
                  <a:off x="-4242938" y="1939272"/>
                  <a:ext cx="7847247" cy="3446008"/>
                  <a:chOff x="-4242938" y="1939272"/>
                  <a:chExt cx="7847247" cy="3446008"/>
                </a:xfrm>
                <a:solidFill>
                  <a:srgbClr val="CED6DB"/>
                </a:solidFill>
              </p:grpSpPr>
              <p:sp>
                <p:nvSpPr>
                  <p:cNvPr id="223" name="Freeform: Shape 222">
                    <a:extLst>
                      <a:ext uri="{FF2B5EF4-FFF2-40B4-BE49-F238E27FC236}">
                        <a16:creationId xmlns:a16="http://schemas.microsoft.com/office/drawing/2014/main" id="{50C738B7-5653-0073-275C-9C63119DEFFE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-4240057" y="4689627"/>
                    <a:ext cx="278950" cy="66042"/>
                  </a:xfrm>
                  <a:custGeom>
                    <a:avLst/>
                    <a:gdLst>
                      <a:gd name="connsiteX0" fmla="*/ 0 w 278950"/>
                      <a:gd name="connsiteY0" fmla="*/ 0 h 66042"/>
                      <a:gd name="connsiteX1" fmla="*/ 278951 w 278950"/>
                      <a:gd name="connsiteY1" fmla="*/ 0 h 66042"/>
                      <a:gd name="connsiteX2" fmla="*/ 278951 w 278950"/>
                      <a:gd name="connsiteY2" fmla="*/ 66042 h 66042"/>
                      <a:gd name="connsiteX3" fmla="*/ 0 w 278950"/>
                      <a:gd name="connsiteY3" fmla="*/ 66042 h 66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0" h="66042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4" name="Freeform: Shape 223">
                    <a:extLst>
                      <a:ext uri="{FF2B5EF4-FFF2-40B4-BE49-F238E27FC236}">
                        <a16:creationId xmlns:a16="http://schemas.microsoft.com/office/drawing/2014/main" id="{4E1EC45F-1BFE-A1A7-BCFD-16BE8877B93C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3191034" y="1985007"/>
                    <a:ext cx="279033" cy="66042"/>
                  </a:xfrm>
                  <a:custGeom>
                    <a:avLst/>
                    <a:gdLst>
                      <a:gd name="connsiteX0" fmla="*/ 0 w 279033"/>
                      <a:gd name="connsiteY0" fmla="*/ 0 h 66042"/>
                      <a:gd name="connsiteX1" fmla="*/ 279033 w 279033"/>
                      <a:gd name="connsiteY1" fmla="*/ 0 h 66042"/>
                      <a:gd name="connsiteX2" fmla="*/ 279033 w 279033"/>
                      <a:gd name="connsiteY2" fmla="*/ 66042 h 66042"/>
                      <a:gd name="connsiteX3" fmla="*/ 0 w 279033"/>
                      <a:gd name="connsiteY3" fmla="*/ 66042 h 66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42">
                        <a:moveTo>
                          <a:pt x="0" y="0"/>
                        </a:moveTo>
                        <a:lnTo>
                          <a:pt x="279033" y="0"/>
                        </a:lnTo>
                        <a:lnTo>
                          <a:pt x="279033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5" name="Graphic 7">
                  <a:extLst>
                    <a:ext uri="{FF2B5EF4-FFF2-40B4-BE49-F238E27FC236}">
                      <a16:creationId xmlns:a16="http://schemas.microsoft.com/office/drawing/2014/main" id="{20CF82FB-D352-E0AD-4FB2-86BD7574831D}"/>
                    </a:ext>
                  </a:extLst>
                </p:cNvPr>
                <p:cNvGrpSpPr/>
                <p:nvPr/>
              </p:nvGrpSpPr>
              <p:grpSpPr>
                <a:xfrm>
                  <a:off x="-4192462" y="1806172"/>
                  <a:ext cx="7744627" cy="3765904"/>
                  <a:chOff x="-4192462" y="1806172"/>
                  <a:chExt cx="7744627" cy="3765904"/>
                </a:xfrm>
                <a:solidFill>
                  <a:srgbClr val="CED6DB"/>
                </a:solidFill>
              </p:grpSpPr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BB45F185-41CE-F740-971A-F820AB1F0FB0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-4190247" y="4818082"/>
                    <a:ext cx="278896" cy="66053"/>
                  </a:xfrm>
                  <a:custGeom>
                    <a:avLst/>
                    <a:gdLst>
                      <a:gd name="connsiteX0" fmla="*/ 0 w 278896"/>
                      <a:gd name="connsiteY0" fmla="*/ 0 h 66053"/>
                      <a:gd name="connsiteX1" fmla="*/ 278897 w 278896"/>
                      <a:gd name="connsiteY1" fmla="*/ 0 h 66053"/>
                      <a:gd name="connsiteX2" fmla="*/ 278897 w 278896"/>
                      <a:gd name="connsiteY2" fmla="*/ 66054 h 66053"/>
                      <a:gd name="connsiteX3" fmla="*/ 0 w 278896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896" h="66053">
                        <a:moveTo>
                          <a:pt x="0" y="0"/>
                        </a:moveTo>
                        <a:lnTo>
                          <a:pt x="278897" y="0"/>
                        </a:lnTo>
                        <a:lnTo>
                          <a:pt x="278897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2E3C1FF5-9453-C9A8-A398-FCF3463238EC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3141296" y="1856040"/>
                    <a:ext cx="279012" cy="66053"/>
                  </a:xfrm>
                  <a:custGeom>
                    <a:avLst/>
                    <a:gdLst>
                      <a:gd name="connsiteX0" fmla="*/ 0 w 279012"/>
                      <a:gd name="connsiteY0" fmla="*/ 0 h 66053"/>
                      <a:gd name="connsiteX1" fmla="*/ 279012 w 279012"/>
                      <a:gd name="connsiteY1" fmla="*/ 0 h 66053"/>
                      <a:gd name="connsiteX2" fmla="*/ 279012 w 279012"/>
                      <a:gd name="connsiteY2" fmla="*/ 66054 h 66053"/>
                      <a:gd name="connsiteX3" fmla="*/ 0 w 279012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2" h="66053">
                        <a:moveTo>
                          <a:pt x="0" y="0"/>
                        </a:moveTo>
                        <a:lnTo>
                          <a:pt x="279012" y="0"/>
                        </a:lnTo>
                        <a:lnTo>
                          <a:pt x="279012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8" name="Graphic 7">
                  <a:extLst>
                    <a:ext uri="{FF2B5EF4-FFF2-40B4-BE49-F238E27FC236}">
                      <a16:creationId xmlns:a16="http://schemas.microsoft.com/office/drawing/2014/main" id="{6834BF93-0653-AFC3-9413-8FFC2B05DFCC}"/>
                    </a:ext>
                  </a:extLst>
                </p:cNvPr>
                <p:cNvGrpSpPr/>
                <p:nvPr/>
              </p:nvGrpSpPr>
              <p:grpSpPr>
                <a:xfrm>
                  <a:off x="-4137860" y="1675083"/>
                  <a:ext cx="7633414" cy="4081393"/>
                  <a:chOff x="-4137860" y="1675083"/>
                  <a:chExt cx="7633414" cy="4081393"/>
                </a:xfrm>
                <a:solidFill>
                  <a:srgbClr val="CED6DB"/>
                </a:solidFill>
              </p:grpSpPr>
              <p:sp>
                <p:nvSpPr>
                  <p:cNvPr id="229" name="Freeform: Shape 228">
                    <a:extLst>
                      <a:ext uri="{FF2B5EF4-FFF2-40B4-BE49-F238E27FC236}">
                        <a16:creationId xmlns:a16="http://schemas.microsoft.com/office/drawing/2014/main" id="{8F534880-5618-A8C8-1BC6-29E7A3F84C0C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-4136483" y="4945009"/>
                    <a:ext cx="278909" cy="66052"/>
                  </a:xfrm>
                  <a:custGeom>
                    <a:avLst/>
                    <a:gdLst>
                      <a:gd name="connsiteX0" fmla="*/ 0 w 278909"/>
                      <a:gd name="connsiteY0" fmla="*/ 0 h 66052"/>
                      <a:gd name="connsiteX1" fmla="*/ 278909 w 278909"/>
                      <a:gd name="connsiteY1" fmla="*/ 0 h 66052"/>
                      <a:gd name="connsiteX2" fmla="*/ 278909 w 278909"/>
                      <a:gd name="connsiteY2" fmla="*/ 66053 h 66052"/>
                      <a:gd name="connsiteX3" fmla="*/ 0 w 278909"/>
                      <a:gd name="connsiteY3" fmla="*/ 66053 h 66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9" h="66052">
                        <a:moveTo>
                          <a:pt x="0" y="0"/>
                        </a:moveTo>
                        <a:lnTo>
                          <a:pt x="278909" y="0"/>
                        </a:lnTo>
                        <a:lnTo>
                          <a:pt x="278909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0" name="Freeform: Shape 229">
                    <a:extLst>
                      <a:ext uri="{FF2B5EF4-FFF2-40B4-BE49-F238E27FC236}">
                        <a16:creationId xmlns:a16="http://schemas.microsoft.com/office/drawing/2014/main" id="{90E2F0A3-AA07-E39C-E2E1-55DCA6C17602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3087357" y="1728974"/>
                    <a:ext cx="279041" cy="66052"/>
                  </a:xfrm>
                  <a:custGeom>
                    <a:avLst/>
                    <a:gdLst>
                      <a:gd name="connsiteX0" fmla="*/ 0 w 279041"/>
                      <a:gd name="connsiteY0" fmla="*/ 0 h 66052"/>
                      <a:gd name="connsiteX1" fmla="*/ 279041 w 279041"/>
                      <a:gd name="connsiteY1" fmla="*/ 0 h 66052"/>
                      <a:gd name="connsiteX2" fmla="*/ 279041 w 279041"/>
                      <a:gd name="connsiteY2" fmla="*/ 66053 h 66052"/>
                      <a:gd name="connsiteX3" fmla="*/ 0 w 279041"/>
                      <a:gd name="connsiteY3" fmla="*/ 66053 h 66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1" h="66052">
                        <a:moveTo>
                          <a:pt x="0" y="0"/>
                        </a:moveTo>
                        <a:lnTo>
                          <a:pt x="279041" y="0"/>
                        </a:lnTo>
                        <a:lnTo>
                          <a:pt x="279041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1" name="Graphic 7">
                  <a:extLst>
                    <a:ext uri="{FF2B5EF4-FFF2-40B4-BE49-F238E27FC236}">
                      <a16:creationId xmlns:a16="http://schemas.microsoft.com/office/drawing/2014/main" id="{0838BE7E-D63D-84A0-8F4A-3603B2FF4F80}"/>
                    </a:ext>
                  </a:extLst>
                </p:cNvPr>
                <p:cNvGrpSpPr/>
                <p:nvPr/>
              </p:nvGrpSpPr>
              <p:grpSpPr>
                <a:xfrm>
                  <a:off x="-4078630" y="1546096"/>
                  <a:ext cx="7513066" cy="4392591"/>
                  <a:chOff x="-4078630" y="1546096"/>
                  <a:chExt cx="7513066" cy="4392591"/>
                </a:xfrm>
                <a:solidFill>
                  <a:srgbClr val="CED6DB"/>
                </a:solidFill>
              </p:grpSpPr>
              <p:sp>
                <p:nvSpPr>
                  <p:cNvPr id="232" name="Freeform: Shape 231">
                    <a:extLst>
                      <a:ext uri="{FF2B5EF4-FFF2-40B4-BE49-F238E27FC236}">
                        <a16:creationId xmlns:a16="http://schemas.microsoft.com/office/drawing/2014/main" id="{C985E68F-5CDF-1B28-BF48-7B7F88DE2CAE}"/>
                      </a:ext>
                    </a:extLst>
                  </p:cNvPr>
                  <p:cNvSpPr/>
                  <p:nvPr/>
                </p:nvSpPr>
                <p:spPr>
                  <a:xfrm rot="-1560080">
                    <a:off x="-4078263" y="5070537"/>
                    <a:ext cx="278929" cy="66074"/>
                  </a:xfrm>
                  <a:custGeom>
                    <a:avLst/>
                    <a:gdLst>
                      <a:gd name="connsiteX0" fmla="*/ 0 w 278929"/>
                      <a:gd name="connsiteY0" fmla="*/ 0 h 66074"/>
                      <a:gd name="connsiteX1" fmla="*/ 278930 w 278929"/>
                      <a:gd name="connsiteY1" fmla="*/ 0 h 66074"/>
                      <a:gd name="connsiteX2" fmla="*/ 278930 w 278929"/>
                      <a:gd name="connsiteY2" fmla="*/ 66075 h 66074"/>
                      <a:gd name="connsiteX3" fmla="*/ 0 w 278929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9" h="66074">
                        <a:moveTo>
                          <a:pt x="0" y="0"/>
                        </a:moveTo>
                        <a:lnTo>
                          <a:pt x="278930" y="0"/>
                        </a:lnTo>
                        <a:lnTo>
                          <a:pt x="278930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3" name="Freeform: Shape 232">
                    <a:extLst>
                      <a:ext uri="{FF2B5EF4-FFF2-40B4-BE49-F238E27FC236}">
                        <a16:creationId xmlns:a16="http://schemas.microsoft.com/office/drawing/2014/main" id="{EAA15B86-ED39-3695-82F0-FBC473B6A881}"/>
                      </a:ext>
                    </a:extLst>
                  </p:cNvPr>
                  <p:cNvSpPr/>
                  <p:nvPr/>
                </p:nvSpPr>
                <p:spPr>
                  <a:xfrm rot="-1560080">
                    <a:off x="3029292" y="1603911"/>
                    <a:ext cx="279012" cy="66074"/>
                  </a:xfrm>
                  <a:custGeom>
                    <a:avLst/>
                    <a:gdLst>
                      <a:gd name="connsiteX0" fmla="*/ 0 w 279012"/>
                      <a:gd name="connsiteY0" fmla="*/ 0 h 66074"/>
                      <a:gd name="connsiteX1" fmla="*/ 279013 w 279012"/>
                      <a:gd name="connsiteY1" fmla="*/ 0 h 66074"/>
                      <a:gd name="connsiteX2" fmla="*/ 279013 w 279012"/>
                      <a:gd name="connsiteY2" fmla="*/ 66074 h 66074"/>
                      <a:gd name="connsiteX3" fmla="*/ 0 w 279012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2" h="66074">
                        <a:moveTo>
                          <a:pt x="0" y="0"/>
                        </a:moveTo>
                        <a:lnTo>
                          <a:pt x="279013" y="0"/>
                        </a:lnTo>
                        <a:lnTo>
                          <a:pt x="279013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4" name="Graphic 7">
                  <a:extLst>
                    <a:ext uri="{FF2B5EF4-FFF2-40B4-BE49-F238E27FC236}">
                      <a16:creationId xmlns:a16="http://schemas.microsoft.com/office/drawing/2014/main" id="{79FC008C-5E59-9CB3-0ECF-2246798410A4}"/>
                    </a:ext>
                  </a:extLst>
                </p:cNvPr>
                <p:cNvGrpSpPr/>
                <p:nvPr/>
              </p:nvGrpSpPr>
              <p:grpSpPr>
                <a:xfrm>
                  <a:off x="-4014902" y="1419391"/>
                  <a:ext cx="7383193" cy="4697425"/>
                  <a:chOff x="-4014902" y="1419391"/>
                  <a:chExt cx="7383193" cy="4697425"/>
                </a:xfrm>
                <a:solidFill>
                  <a:srgbClr val="CED6DB"/>
                </a:solidFill>
              </p:grpSpPr>
              <p:sp>
                <p:nvSpPr>
                  <p:cNvPr id="235" name="Freeform: Shape 234">
                    <a:extLst>
                      <a:ext uri="{FF2B5EF4-FFF2-40B4-BE49-F238E27FC236}">
                        <a16:creationId xmlns:a16="http://schemas.microsoft.com/office/drawing/2014/main" id="{A3D000B2-E33E-5466-B852-A0EF0B8DBE9F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-4015721" y="5193224"/>
                    <a:ext cx="278900" cy="66054"/>
                  </a:xfrm>
                  <a:custGeom>
                    <a:avLst/>
                    <a:gdLst>
                      <a:gd name="connsiteX0" fmla="*/ 0 w 278900"/>
                      <a:gd name="connsiteY0" fmla="*/ 0 h 66054"/>
                      <a:gd name="connsiteX1" fmla="*/ 278900 w 278900"/>
                      <a:gd name="connsiteY1" fmla="*/ 0 h 66054"/>
                      <a:gd name="connsiteX2" fmla="*/ 278900 w 278900"/>
                      <a:gd name="connsiteY2" fmla="*/ 66055 h 66054"/>
                      <a:gd name="connsiteX3" fmla="*/ 0 w 278900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0" h="66054">
                        <a:moveTo>
                          <a:pt x="0" y="0"/>
                        </a:moveTo>
                        <a:lnTo>
                          <a:pt x="278900" y="0"/>
                        </a:lnTo>
                        <a:lnTo>
                          <a:pt x="278900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E3EE75DF-3093-18DD-7417-F631ABFB46EC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2966460" y="1481037"/>
                    <a:ext cx="279065" cy="66054"/>
                  </a:xfrm>
                  <a:custGeom>
                    <a:avLst/>
                    <a:gdLst>
                      <a:gd name="connsiteX0" fmla="*/ 0 w 279065"/>
                      <a:gd name="connsiteY0" fmla="*/ 0 h 66054"/>
                      <a:gd name="connsiteX1" fmla="*/ 279066 w 279065"/>
                      <a:gd name="connsiteY1" fmla="*/ 0 h 66054"/>
                      <a:gd name="connsiteX2" fmla="*/ 279066 w 279065"/>
                      <a:gd name="connsiteY2" fmla="*/ 66055 h 66054"/>
                      <a:gd name="connsiteX3" fmla="*/ 0 w 279065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5" h="66054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7" name="Graphic 7">
                  <a:extLst>
                    <a:ext uri="{FF2B5EF4-FFF2-40B4-BE49-F238E27FC236}">
                      <a16:creationId xmlns:a16="http://schemas.microsoft.com/office/drawing/2014/main" id="{3C86D505-1BA9-ADF1-9175-B95D2B2FA6E5}"/>
                    </a:ext>
                  </a:extLst>
                </p:cNvPr>
                <p:cNvGrpSpPr/>
                <p:nvPr/>
              </p:nvGrpSpPr>
              <p:grpSpPr>
                <a:xfrm>
                  <a:off x="-3946799" y="1294942"/>
                  <a:ext cx="7244666" cy="4997487"/>
                  <a:chOff x="-3946799" y="1294942"/>
                  <a:chExt cx="7244666" cy="4997487"/>
                </a:xfrm>
                <a:solidFill>
                  <a:srgbClr val="CED6DB"/>
                </a:solidFill>
              </p:grpSpPr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542AF6D4-D1A9-0688-0526-664A0A4339D2}"/>
                      </a:ext>
                    </a:extLst>
                  </p:cNvPr>
                  <p:cNvSpPr/>
                  <p:nvPr/>
                </p:nvSpPr>
                <p:spPr>
                  <a:xfrm rot="-1800341">
                    <a:off x="-3948978" y="5314290"/>
                    <a:ext cx="278949" cy="66041"/>
                  </a:xfrm>
                  <a:custGeom>
                    <a:avLst/>
                    <a:gdLst>
                      <a:gd name="connsiteX0" fmla="*/ 0 w 278949"/>
                      <a:gd name="connsiteY0" fmla="*/ 0 h 66041"/>
                      <a:gd name="connsiteX1" fmla="*/ 278949 w 278949"/>
                      <a:gd name="connsiteY1" fmla="*/ 0 h 66041"/>
                      <a:gd name="connsiteX2" fmla="*/ 278949 w 278949"/>
                      <a:gd name="connsiteY2" fmla="*/ 66042 h 66041"/>
                      <a:gd name="connsiteX3" fmla="*/ 0 w 278949"/>
                      <a:gd name="connsiteY3" fmla="*/ 66042 h 66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9" h="66041">
                        <a:moveTo>
                          <a:pt x="0" y="0"/>
                        </a:moveTo>
                        <a:lnTo>
                          <a:pt x="278949" y="0"/>
                        </a:lnTo>
                        <a:lnTo>
                          <a:pt x="278949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904B677F-BCCD-46D7-5AC4-24090F4DEE63}"/>
                      </a:ext>
                    </a:extLst>
                  </p:cNvPr>
                  <p:cNvSpPr/>
                  <p:nvPr/>
                </p:nvSpPr>
                <p:spPr>
                  <a:xfrm rot="-1799574">
                    <a:off x="2899685" y="1360272"/>
                    <a:ext cx="279077" cy="66074"/>
                  </a:xfrm>
                  <a:custGeom>
                    <a:avLst/>
                    <a:gdLst>
                      <a:gd name="connsiteX0" fmla="*/ 0 w 279077"/>
                      <a:gd name="connsiteY0" fmla="*/ 0 h 66074"/>
                      <a:gd name="connsiteX1" fmla="*/ 279078 w 279077"/>
                      <a:gd name="connsiteY1" fmla="*/ 0 h 66074"/>
                      <a:gd name="connsiteX2" fmla="*/ 279078 w 279077"/>
                      <a:gd name="connsiteY2" fmla="*/ 66074 h 66074"/>
                      <a:gd name="connsiteX3" fmla="*/ 0 w 279077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7" h="66074">
                        <a:moveTo>
                          <a:pt x="0" y="0"/>
                        </a:moveTo>
                        <a:lnTo>
                          <a:pt x="279078" y="0"/>
                        </a:lnTo>
                        <a:lnTo>
                          <a:pt x="279078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0" name="Graphic 7">
                  <a:extLst>
                    <a:ext uri="{FF2B5EF4-FFF2-40B4-BE49-F238E27FC236}">
                      <a16:creationId xmlns:a16="http://schemas.microsoft.com/office/drawing/2014/main" id="{43A13A0D-BEF6-A7D5-C61A-B6FB2C28A895}"/>
                    </a:ext>
                  </a:extLst>
                </p:cNvPr>
                <p:cNvGrpSpPr/>
                <p:nvPr/>
              </p:nvGrpSpPr>
              <p:grpSpPr>
                <a:xfrm>
                  <a:off x="-3873681" y="1173072"/>
                  <a:ext cx="7096274" cy="5290815"/>
                  <a:chOff x="-3873681" y="1173072"/>
                  <a:chExt cx="7096274" cy="5290815"/>
                </a:xfrm>
                <a:solidFill>
                  <a:srgbClr val="CED6DB"/>
                </a:solidFill>
              </p:grpSpPr>
              <p:sp>
                <p:nvSpPr>
                  <p:cNvPr id="241" name="Freeform: Shape 240">
                    <a:extLst>
                      <a:ext uri="{FF2B5EF4-FFF2-40B4-BE49-F238E27FC236}">
                        <a16:creationId xmlns:a16="http://schemas.microsoft.com/office/drawing/2014/main" id="{1241CD74-EBCA-3C6E-1851-6D575E67365E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-3877369" y="5432450"/>
                    <a:ext cx="278908" cy="66073"/>
                  </a:xfrm>
                  <a:custGeom>
                    <a:avLst/>
                    <a:gdLst>
                      <a:gd name="connsiteX0" fmla="*/ 0 w 278908"/>
                      <a:gd name="connsiteY0" fmla="*/ 0 h 66073"/>
                      <a:gd name="connsiteX1" fmla="*/ 278909 w 278908"/>
                      <a:gd name="connsiteY1" fmla="*/ 0 h 66073"/>
                      <a:gd name="connsiteX2" fmla="*/ 278909 w 278908"/>
                      <a:gd name="connsiteY2" fmla="*/ 66073 h 66073"/>
                      <a:gd name="connsiteX3" fmla="*/ 0 w 278908"/>
                      <a:gd name="connsiteY3" fmla="*/ 66073 h 66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8" h="66073">
                        <a:moveTo>
                          <a:pt x="0" y="0"/>
                        </a:moveTo>
                        <a:lnTo>
                          <a:pt x="278909" y="0"/>
                        </a:lnTo>
                        <a:lnTo>
                          <a:pt x="278909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A375075A-2559-87DB-9813-71E5456AF4F7}"/>
                      </a:ext>
                    </a:extLst>
                  </p:cNvPr>
                  <p:cNvSpPr/>
                  <p:nvPr/>
                </p:nvSpPr>
                <p:spPr>
                  <a:xfrm rot="-1920031">
                    <a:off x="2828423" y="1241997"/>
                    <a:ext cx="279075" cy="66069"/>
                  </a:xfrm>
                  <a:custGeom>
                    <a:avLst/>
                    <a:gdLst>
                      <a:gd name="connsiteX0" fmla="*/ 0 w 279075"/>
                      <a:gd name="connsiteY0" fmla="*/ 0 h 66069"/>
                      <a:gd name="connsiteX1" fmla="*/ 279076 w 279075"/>
                      <a:gd name="connsiteY1" fmla="*/ 0 h 66069"/>
                      <a:gd name="connsiteX2" fmla="*/ 279076 w 279075"/>
                      <a:gd name="connsiteY2" fmla="*/ 66070 h 66069"/>
                      <a:gd name="connsiteX3" fmla="*/ 0 w 279075"/>
                      <a:gd name="connsiteY3" fmla="*/ 66070 h 6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5" h="66069">
                        <a:moveTo>
                          <a:pt x="0" y="0"/>
                        </a:moveTo>
                        <a:lnTo>
                          <a:pt x="279076" y="0"/>
                        </a:lnTo>
                        <a:lnTo>
                          <a:pt x="279076" y="66070"/>
                        </a:lnTo>
                        <a:lnTo>
                          <a:pt x="0" y="6607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3" name="Graphic 7">
                  <a:extLst>
                    <a:ext uri="{FF2B5EF4-FFF2-40B4-BE49-F238E27FC236}">
                      <a16:creationId xmlns:a16="http://schemas.microsoft.com/office/drawing/2014/main" id="{8DF42F6B-159B-D14A-7ED6-A141C85C8A77}"/>
                    </a:ext>
                  </a:extLst>
                </p:cNvPr>
                <p:cNvGrpSpPr/>
                <p:nvPr/>
              </p:nvGrpSpPr>
              <p:grpSpPr>
                <a:xfrm>
                  <a:off x="-3796787" y="1053617"/>
                  <a:ext cx="6940115" cy="5578400"/>
                  <a:chOff x="-3796787" y="1053617"/>
                  <a:chExt cx="6940115" cy="5578400"/>
                </a:xfrm>
                <a:solidFill>
                  <a:srgbClr val="CED6DB"/>
                </a:solidFill>
              </p:grpSpPr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5CAA2BA5-8255-CB13-AF7C-57D2685FFF13}"/>
                      </a:ext>
                    </a:extLst>
                  </p:cNvPr>
                  <p:cNvSpPr/>
                  <p:nvPr/>
                </p:nvSpPr>
                <p:spPr>
                  <a:xfrm rot="-2040377">
                    <a:off x="-3802163" y="5548383"/>
                    <a:ext cx="278949" cy="66075"/>
                  </a:xfrm>
                  <a:custGeom>
                    <a:avLst/>
                    <a:gdLst>
                      <a:gd name="connsiteX0" fmla="*/ 0 w 278949"/>
                      <a:gd name="connsiteY0" fmla="*/ 0 h 66075"/>
                      <a:gd name="connsiteX1" fmla="*/ 278950 w 278949"/>
                      <a:gd name="connsiteY1" fmla="*/ 0 h 66075"/>
                      <a:gd name="connsiteX2" fmla="*/ 278950 w 278949"/>
                      <a:gd name="connsiteY2" fmla="*/ 66075 h 66075"/>
                      <a:gd name="connsiteX3" fmla="*/ 0 w 278949"/>
                      <a:gd name="connsiteY3" fmla="*/ 66075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9" h="66075">
                        <a:moveTo>
                          <a:pt x="0" y="0"/>
                        </a:moveTo>
                        <a:lnTo>
                          <a:pt x="278950" y="0"/>
                        </a:lnTo>
                        <a:lnTo>
                          <a:pt x="278950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5" name="Freeform: Shape 244">
                    <a:extLst>
                      <a:ext uri="{FF2B5EF4-FFF2-40B4-BE49-F238E27FC236}">
                        <a16:creationId xmlns:a16="http://schemas.microsoft.com/office/drawing/2014/main" id="{5A348FF8-C94C-5BFB-DFD9-E570B9D091CD}"/>
                      </a:ext>
                    </a:extLst>
                  </p:cNvPr>
                  <p:cNvSpPr/>
                  <p:nvPr/>
                </p:nvSpPr>
                <p:spPr>
                  <a:xfrm rot="-2040377">
                    <a:off x="2753456" y="1126009"/>
                    <a:ext cx="279081" cy="66075"/>
                  </a:xfrm>
                  <a:custGeom>
                    <a:avLst/>
                    <a:gdLst>
                      <a:gd name="connsiteX0" fmla="*/ 0 w 279081"/>
                      <a:gd name="connsiteY0" fmla="*/ 0 h 66075"/>
                      <a:gd name="connsiteX1" fmla="*/ 279082 w 279081"/>
                      <a:gd name="connsiteY1" fmla="*/ 0 h 66075"/>
                      <a:gd name="connsiteX2" fmla="*/ 279082 w 279081"/>
                      <a:gd name="connsiteY2" fmla="*/ 66075 h 66075"/>
                      <a:gd name="connsiteX3" fmla="*/ 0 w 279081"/>
                      <a:gd name="connsiteY3" fmla="*/ 66075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1" h="66075">
                        <a:moveTo>
                          <a:pt x="0" y="0"/>
                        </a:moveTo>
                        <a:lnTo>
                          <a:pt x="279082" y="0"/>
                        </a:lnTo>
                        <a:lnTo>
                          <a:pt x="279082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6" name="Graphic 7">
                  <a:extLst>
                    <a:ext uri="{FF2B5EF4-FFF2-40B4-BE49-F238E27FC236}">
                      <a16:creationId xmlns:a16="http://schemas.microsoft.com/office/drawing/2014/main" id="{5FCD5BF7-D111-B646-93B3-6C77249D81AD}"/>
                    </a:ext>
                  </a:extLst>
                </p:cNvPr>
                <p:cNvGrpSpPr/>
                <p:nvPr/>
              </p:nvGrpSpPr>
              <p:grpSpPr>
                <a:xfrm>
                  <a:off x="-3716144" y="937487"/>
                  <a:ext cx="6775628" cy="5858062"/>
                  <a:chOff x="-3716144" y="937487"/>
                  <a:chExt cx="6775628" cy="5858062"/>
                </a:xfrm>
                <a:solidFill>
                  <a:srgbClr val="CED6DB"/>
                </a:solidFill>
              </p:grpSpPr>
              <p:sp>
                <p:nvSpPr>
                  <p:cNvPr id="247" name="Freeform: Shape 246">
                    <a:extLst>
                      <a:ext uri="{FF2B5EF4-FFF2-40B4-BE49-F238E27FC236}">
                        <a16:creationId xmlns:a16="http://schemas.microsoft.com/office/drawing/2014/main" id="{0540A46E-942D-B613-D6DB-511D5326A141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-3723375" y="5661211"/>
                    <a:ext cx="279006" cy="66056"/>
                  </a:xfrm>
                  <a:custGeom>
                    <a:avLst/>
                    <a:gdLst>
                      <a:gd name="connsiteX0" fmla="*/ 0 w 279006"/>
                      <a:gd name="connsiteY0" fmla="*/ 0 h 66056"/>
                      <a:gd name="connsiteX1" fmla="*/ 279006 w 279006"/>
                      <a:gd name="connsiteY1" fmla="*/ 0 h 66056"/>
                      <a:gd name="connsiteX2" fmla="*/ 279006 w 279006"/>
                      <a:gd name="connsiteY2" fmla="*/ 66056 h 66056"/>
                      <a:gd name="connsiteX3" fmla="*/ 0 w 279006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06" h="66056">
                        <a:moveTo>
                          <a:pt x="0" y="0"/>
                        </a:moveTo>
                        <a:lnTo>
                          <a:pt x="279006" y="0"/>
                        </a:lnTo>
                        <a:lnTo>
                          <a:pt x="279006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8" name="Freeform: Shape 247">
                    <a:extLst>
                      <a:ext uri="{FF2B5EF4-FFF2-40B4-BE49-F238E27FC236}">
                        <a16:creationId xmlns:a16="http://schemas.microsoft.com/office/drawing/2014/main" id="{6BCE5AFB-968F-2F57-ACAD-EF9593DE2493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2674209" y="1013203"/>
                    <a:ext cx="279088" cy="66056"/>
                  </a:xfrm>
                  <a:custGeom>
                    <a:avLst/>
                    <a:gdLst>
                      <a:gd name="connsiteX0" fmla="*/ 0 w 279088"/>
                      <a:gd name="connsiteY0" fmla="*/ 0 h 66056"/>
                      <a:gd name="connsiteX1" fmla="*/ 279088 w 279088"/>
                      <a:gd name="connsiteY1" fmla="*/ 0 h 66056"/>
                      <a:gd name="connsiteX2" fmla="*/ 279088 w 279088"/>
                      <a:gd name="connsiteY2" fmla="*/ 66056 h 66056"/>
                      <a:gd name="connsiteX3" fmla="*/ 0 w 279088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8" h="66056">
                        <a:moveTo>
                          <a:pt x="0" y="0"/>
                        </a:moveTo>
                        <a:lnTo>
                          <a:pt x="279088" y="0"/>
                        </a:lnTo>
                        <a:lnTo>
                          <a:pt x="279088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9" name="Graphic 7">
                  <a:extLst>
                    <a:ext uri="{FF2B5EF4-FFF2-40B4-BE49-F238E27FC236}">
                      <a16:creationId xmlns:a16="http://schemas.microsoft.com/office/drawing/2014/main" id="{F77A8883-69F0-6D0F-BB46-40742A1565CB}"/>
                    </a:ext>
                  </a:extLst>
                </p:cNvPr>
                <p:cNvGrpSpPr/>
                <p:nvPr/>
              </p:nvGrpSpPr>
              <p:grpSpPr>
                <a:xfrm>
                  <a:off x="-3630736" y="824063"/>
                  <a:ext cx="6602110" cy="6131258"/>
                  <a:chOff x="-3630736" y="824063"/>
                  <a:chExt cx="6602110" cy="6131258"/>
                </a:xfrm>
                <a:solidFill>
                  <a:srgbClr val="CED6DB"/>
                </a:solidFill>
              </p:grpSpPr>
              <p:sp>
                <p:nvSpPr>
                  <p:cNvPr id="250" name="Freeform: Shape 249">
                    <a:extLst>
                      <a:ext uri="{FF2B5EF4-FFF2-40B4-BE49-F238E27FC236}">
                        <a16:creationId xmlns:a16="http://schemas.microsoft.com/office/drawing/2014/main" id="{8B93095E-7EDE-3A04-4FD9-9A48057B1EC3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-3639972" y="5771509"/>
                    <a:ext cx="278962" cy="66057"/>
                  </a:xfrm>
                  <a:custGeom>
                    <a:avLst/>
                    <a:gdLst>
                      <a:gd name="connsiteX0" fmla="*/ 0 w 278962"/>
                      <a:gd name="connsiteY0" fmla="*/ 0 h 66057"/>
                      <a:gd name="connsiteX1" fmla="*/ 278962 w 278962"/>
                      <a:gd name="connsiteY1" fmla="*/ 0 h 66057"/>
                      <a:gd name="connsiteX2" fmla="*/ 278962 w 278962"/>
                      <a:gd name="connsiteY2" fmla="*/ 66058 h 66057"/>
                      <a:gd name="connsiteX3" fmla="*/ 0 w 278962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2" h="66057">
                        <a:moveTo>
                          <a:pt x="0" y="0"/>
                        </a:moveTo>
                        <a:lnTo>
                          <a:pt x="278962" y="0"/>
                        </a:lnTo>
                        <a:lnTo>
                          <a:pt x="278962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1" name="Freeform: Shape 250">
                    <a:extLst>
                      <a:ext uri="{FF2B5EF4-FFF2-40B4-BE49-F238E27FC236}">
                        <a16:creationId xmlns:a16="http://schemas.microsoft.com/office/drawing/2014/main" id="{5D92A9B4-1B0A-E0B9-8633-091F856EC94F}"/>
                      </a:ext>
                    </a:extLst>
                  </p:cNvPr>
                  <p:cNvSpPr/>
                  <p:nvPr/>
                </p:nvSpPr>
                <p:spPr>
                  <a:xfrm rot="-2279856">
                    <a:off x="2591037" y="902961"/>
                    <a:ext cx="279060" cy="66053"/>
                  </a:xfrm>
                  <a:custGeom>
                    <a:avLst/>
                    <a:gdLst>
                      <a:gd name="connsiteX0" fmla="*/ 0 w 279060"/>
                      <a:gd name="connsiteY0" fmla="*/ 0 h 66053"/>
                      <a:gd name="connsiteX1" fmla="*/ 279061 w 279060"/>
                      <a:gd name="connsiteY1" fmla="*/ 0 h 66053"/>
                      <a:gd name="connsiteX2" fmla="*/ 279061 w 279060"/>
                      <a:gd name="connsiteY2" fmla="*/ 66054 h 66053"/>
                      <a:gd name="connsiteX3" fmla="*/ 0 w 279060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0" h="66053">
                        <a:moveTo>
                          <a:pt x="0" y="0"/>
                        </a:moveTo>
                        <a:lnTo>
                          <a:pt x="279061" y="0"/>
                        </a:lnTo>
                        <a:lnTo>
                          <a:pt x="279061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2" name="Graphic 7">
                  <a:extLst>
                    <a:ext uri="{FF2B5EF4-FFF2-40B4-BE49-F238E27FC236}">
                      <a16:creationId xmlns:a16="http://schemas.microsoft.com/office/drawing/2014/main" id="{AEA00E07-3DE8-CE2F-B2C3-03046E515287}"/>
                    </a:ext>
                  </a:extLst>
                </p:cNvPr>
                <p:cNvGrpSpPr/>
                <p:nvPr/>
              </p:nvGrpSpPr>
              <p:grpSpPr>
                <a:xfrm>
                  <a:off x="-3541645" y="713564"/>
                  <a:ext cx="6420969" cy="6396750"/>
                  <a:chOff x="-3541645" y="713564"/>
                  <a:chExt cx="6420969" cy="6396750"/>
                </a:xfrm>
                <a:solidFill>
                  <a:srgbClr val="CED6DB"/>
                </a:solidFill>
              </p:grpSpPr>
              <p:sp>
                <p:nvSpPr>
                  <p:cNvPr id="253" name="Freeform: Shape 252">
                    <a:extLst>
                      <a:ext uri="{FF2B5EF4-FFF2-40B4-BE49-F238E27FC236}">
                        <a16:creationId xmlns:a16="http://schemas.microsoft.com/office/drawing/2014/main" id="{F0ABFDE6-832A-6670-3C76-DDB1FF14CA2D}"/>
                      </a:ext>
                    </a:extLst>
                  </p:cNvPr>
                  <p:cNvSpPr/>
                  <p:nvPr/>
                </p:nvSpPr>
                <p:spPr>
                  <a:xfrm rot="-2400131">
                    <a:off x="-3553047" y="5878471"/>
                    <a:ext cx="278934" cy="66054"/>
                  </a:xfrm>
                  <a:custGeom>
                    <a:avLst/>
                    <a:gdLst>
                      <a:gd name="connsiteX0" fmla="*/ 0 w 278934"/>
                      <a:gd name="connsiteY0" fmla="*/ 0 h 66054"/>
                      <a:gd name="connsiteX1" fmla="*/ 278934 w 278934"/>
                      <a:gd name="connsiteY1" fmla="*/ 0 h 66054"/>
                      <a:gd name="connsiteX2" fmla="*/ 278934 w 278934"/>
                      <a:gd name="connsiteY2" fmla="*/ 66055 h 66054"/>
                      <a:gd name="connsiteX3" fmla="*/ 0 w 278934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4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422B0988-7564-BDEF-D200-AB5F4C1CC12A}"/>
                      </a:ext>
                    </a:extLst>
                  </p:cNvPr>
                  <p:cNvSpPr/>
                  <p:nvPr/>
                </p:nvSpPr>
                <p:spPr>
                  <a:xfrm rot="-2400131">
                    <a:off x="2504187" y="795530"/>
                    <a:ext cx="279066" cy="66054"/>
                  </a:xfrm>
                  <a:custGeom>
                    <a:avLst/>
                    <a:gdLst>
                      <a:gd name="connsiteX0" fmla="*/ 0 w 279066"/>
                      <a:gd name="connsiteY0" fmla="*/ 0 h 66054"/>
                      <a:gd name="connsiteX1" fmla="*/ 279066 w 279066"/>
                      <a:gd name="connsiteY1" fmla="*/ 0 h 66054"/>
                      <a:gd name="connsiteX2" fmla="*/ 279066 w 279066"/>
                      <a:gd name="connsiteY2" fmla="*/ 66055 h 66054"/>
                      <a:gd name="connsiteX3" fmla="*/ 0 w 27906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6" h="66054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5" name="Graphic 7">
                  <a:extLst>
                    <a:ext uri="{FF2B5EF4-FFF2-40B4-BE49-F238E27FC236}">
                      <a16:creationId xmlns:a16="http://schemas.microsoft.com/office/drawing/2014/main" id="{54B7D197-D545-FC7F-2889-1F2C1D07AD0D}"/>
                    </a:ext>
                  </a:extLst>
                </p:cNvPr>
                <p:cNvGrpSpPr/>
                <p:nvPr/>
              </p:nvGrpSpPr>
              <p:grpSpPr>
                <a:xfrm>
                  <a:off x="-3448660" y="606460"/>
                  <a:ext cx="6232034" cy="6654917"/>
                  <a:chOff x="-3448660" y="606460"/>
                  <a:chExt cx="6232034" cy="6654917"/>
                </a:xfrm>
                <a:solidFill>
                  <a:srgbClr val="CED6DB"/>
                </a:solidFill>
              </p:grpSpPr>
              <p:sp>
                <p:nvSpPr>
                  <p:cNvPr id="256" name="Freeform: Shape 255">
                    <a:extLst>
                      <a:ext uri="{FF2B5EF4-FFF2-40B4-BE49-F238E27FC236}">
                        <a16:creationId xmlns:a16="http://schemas.microsoft.com/office/drawing/2014/main" id="{16E62B8E-8D56-0096-3BB1-13E93043A0CB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-3462387" y="5982868"/>
                    <a:ext cx="278928" cy="66057"/>
                  </a:xfrm>
                  <a:custGeom>
                    <a:avLst/>
                    <a:gdLst>
                      <a:gd name="connsiteX0" fmla="*/ 0 w 278928"/>
                      <a:gd name="connsiteY0" fmla="*/ 0 h 66057"/>
                      <a:gd name="connsiteX1" fmla="*/ 278929 w 278928"/>
                      <a:gd name="connsiteY1" fmla="*/ 0 h 66057"/>
                      <a:gd name="connsiteX2" fmla="*/ 278929 w 278928"/>
                      <a:gd name="connsiteY2" fmla="*/ 66057 h 66057"/>
                      <a:gd name="connsiteX3" fmla="*/ 0 w 278928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8" h="66057">
                        <a:moveTo>
                          <a:pt x="0" y="0"/>
                        </a:moveTo>
                        <a:lnTo>
                          <a:pt x="278929" y="0"/>
                        </a:lnTo>
                        <a:lnTo>
                          <a:pt x="278929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7" name="Freeform: Shape 256">
                    <a:extLst>
                      <a:ext uri="{FF2B5EF4-FFF2-40B4-BE49-F238E27FC236}">
                        <a16:creationId xmlns:a16="http://schemas.microsoft.com/office/drawing/2014/main" id="{E95BB2BB-D334-A23E-9E70-E47FACC715D3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2413733" y="691347"/>
                    <a:ext cx="279060" cy="66057"/>
                  </a:xfrm>
                  <a:custGeom>
                    <a:avLst/>
                    <a:gdLst>
                      <a:gd name="connsiteX0" fmla="*/ 0 w 279060"/>
                      <a:gd name="connsiteY0" fmla="*/ 0 h 66057"/>
                      <a:gd name="connsiteX1" fmla="*/ 279060 w 279060"/>
                      <a:gd name="connsiteY1" fmla="*/ 0 h 66057"/>
                      <a:gd name="connsiteX2" fmla="*/ 279060 w 279060"/>
                      <a:gd name="connsiteY2" fmla="*/ 66058 h 66057"/>
                      <a:gd name="connsiteX3" fmla="*/ 0 w 279060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0" h="66057">
                        <a:moveTo>
                          <a:pt x="0" y="0"/>
                        </a:moveTo>
                        <a:lnTo>
                          <a:pt x="279060" y="0"/>
                        </a:lnTo>
                        <a:lnTo>
                          <a:pt x="279060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8" name="Graphic 7">
                  <a:extLst>
                    <a:ext uri="{FF2B5EF4-FFF2-40B4-BE49-F238E27FC236}">
                      <a16:creationId xmlns:a16="http://schemas.microsoft.com/office/drawing/2014/main" id="{CDE07153-ADC2-A799-54A8-F2E494D71059}"/>
                    </a:ext>
                  </a:extLst>
                </p:cNvPr>
                <p:cNvGrpSpPr/>
                <p:nvPr/>
              </p:nvGrpSpPr>
              <p:grpSpPr>
                <a:xfrm>
                  <a:off x="-3352334" y="502797"/>
                  <a:ext cx="6035774" cy="6904531"/>
                  <a:chOff x="-3352334" y="502797"/>
                  <a:chExt cx="6035774" cy="6904531"/>
                </a:xfrm>
                <a:solidFill>
                  <a:srgbClr val="CED6DB"/>
                </a:solidFill>
              </p:grpSpPr>
              <p:sp>
                <p:nvSpPr>
                  <p:cNvPr id="259" name="Freeform: Shape 258">
                    <a:extLst>
                      <a:ext uri="{FF2B5EF4-FFF2-40B4-BE49-F238E27FC236}">
                        <a16:creationId xmlns:a16="http://schemas.microsoft.com/office/drawing/2014/main" id="{8335D515-0894-7CFE-05BC-101817A4B8DB}"/>
                      </a:ext>
                    </a:extLst>
                  </p:cNvPr>
                  <p:cNvSpPr/>
                  <p:nvPr/>
                </p:nvSpPr>
                <p:spPr>
                  <a:xfrm rot="-2640684">
                    <a:off x="-3368549" y="6083740"/>
                    <a:ext cx="278940" cy="66056"/>
                  </a:xfrm>
                  <a:custGeom>
                    <a:avLst/>
                    <a:gdLst>
                      <a:gd name="connsiteX0" fmla="*/ 0 w 278940"/>
                      <a:gd name="connsiteY0" fmla="*/ 0 h 66056"/>
                      <a:gd name="connsiteX1" fmla="*/ 278941 w 278940"/>
                      <a:gd name="connsiteY1" fmla="*/ 0 h 66056"/>
                      <a:gd name="connsiteX2" fmla="*/ 278941 w 278940"/>
                      <a:gd name="connsiteY2" fmla="*/ 66057 h 66056"/>
                      <a:gd name="connsiteX3" fmla="*/ 0 w 278940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0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0" name="Freeform: Shape 259">
                    <a:extLst>
                      <a:ext uri="{FF2B5EF4-FFF2-40B4-BE49-F238E27FC236}">
                        <a16:creationId xmlns:a16="http://schemas.microsoft.com/office/drawing/2014/main" id="{9C10F6DF-1FF7-A491-6354-00151351D18A}"/>
                      </a:ext>
                    </a:extLst>
                  </p:cNvPr>
                  <p:cNvSpPr/>
                  <p:nvPr/>
                </p:nvSpPr>
                <p:spPr>
                  <a:xfrm rot="-2640198">
                    <a:off x="2319600" y="590447"/>
                    <a:ext cx="279024" cy="66040"/>
                  </a:xfrm>
                  <a:custGeom>
                    <a:avLst/>
                    <a:gdLst>
                      <a:gd name="connsiteX0" fmla="*/ 0 w 279024"/>
                      <a:gd name="connsiteY0" fmla="*/ 0 h 66040"/>
                      <a:gd name="connsiteX1" fmla="*/ 279024 w 279024"/>
                      <a:gd name="connsiteY1" fmla="*/ 0 h 66040"/>
                      <a:gd name="connsiteX2" fmla="*/ 279024 w 279024"/>
                      <a:gd name="connsiteY2" fmla="*/ 66040 h 66040"/>
                      <a:gd name="connsiteX3" fmla="*/ 0 w 279024"/>
                      <a:gd name="connsiteY3" fmla="*/ 66040 h 66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4" h="66040">
                        <a:moveTo>
                          <a:pt x="0" y="0"/>
                        </a:moveTo>
                        <a:lnTo>
                          <a:pt x="279024" y="0"/>
                        </a:lnTo>
                        <a:lnTo>
                          <a:pt x="279024" y="66040"/>
                        </a:lnTo>
                        <a:lnTo>
                          <a:pt x="0" y="6604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1" name="Graphic 7">
                  <a:extLst>
                    <a:ext uri="{FF2B5EF4-FFF2-40B4-BE49-F238E27FC236}">
                      <a16:creationId xmlns:a16="http://schemas.microsoft.com/office/drawing/2014/main" id="{03725412-B864-A6E8-A232-88043745850B}"/>
                    </a:ext>
                  </a:extLst>
                </p:cNvPr>
                <p:cNvGrpSpPr/>
                <p:nvPr/>
              </p:nvGrpSpPr>
              <p:grpSpPr>
                <a:xfrm>
                  <a:off x="-3252255" y="402560"/>
                  <a:ext cx="5832070" cy="7145887"/>
                  <a:chOff x="-3252255" y="402560"/>
                  <a:chExt cx="5832070" cy="7145887"/>
                </a:xfrm>
                <a:solidFill>
                  <a:srgbClr val="CED6DB"/>
                </a:solidFill>
              </p:grpSpPr>
              <p:sp>
                <p:nvSpPr>
                  <p:cNvPr id="262" name="Freeform: Shape 261">
                    <a:extLst>
                      <a:ext uri="{FF2B5EF4-FFF2-40B4-BE49-F238E27FC236}">
                        <a16:creationId xmlns:a16="http://schemas.microsoft.com/office/drawing/2014/main" id="{0D21A6C3-7D77-DBF4-C428-BD10DC10F75B}"/>
                      </a:ext>
                    </a:extLst>
                  </p:cNvPr>
                  <p:cNvSpPr/>
                  <p:nvPr/>
                </p:nvSpPr>
                <p:spPr>
                  <a:xfrm rot="-2759316">
                    <a:off x="-3271070" y="6181360"/>
                    <a:ext cx="278957" cy="66056"/>
                  </a:xfrm>
                  <a:custGeom>
                    <a:avLst/>
                    <a:gdLst>
                      <a:gd name="connsiteX0" fmla="*/ 0 w 278957"/>
                      <a:gd name="connsiteY0" fmla="*/ 0 h 66056"/>
                      <a:gd name="connsiteX1" fmla="*/ 278957 w 278957"/>
                      <a:gd name="connsiteY1" fmla="*/ 0 h 66056"/>
                      <a:gd name="connsiteX2" fmla="*/ 278957 w 278957"/>
                      <a:gd name="connsiteY2" fmla="*/ 66057 h 66056"/>
                      <a:gd name="connsiteX3" fmla="*/ 0 w 278957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7" h="66056">
                        <a:moveTo>
                          <a:pt x="0" y="0"/>
                        </a:moveTo>
                        <a:lnTo>
                          <a:pt x="278957" y="0"/>
                        </a:lnTo>
                        <a:lnTo>
                          <a:pt x="278957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3" name="Freeform: Shape 262">
                    <a:extLst>
                      <a:ext uri="{FF2B5EF4-FFF2-40B4-BE49-F238E27FC236}">
                        <a16:creationId xmlns:a16="http://schemas.microsoft.com/office/drawing/2014/main" id="{2F9F0B3B-F04F-1B3F-6908-3410AB888A64}"/>
                      </a:ext>
                    </a:extLst>
                  </p:cNvPr>
                  <p:cNvSpPr/>
                  <p:nvPr/>
                </p:nvSpPr>
                <p:spPr>
                  <a:xfrm rot="-2761260">
                    <a:off x="2222021" y="492868"/>
                    <a:ext cx="279042" cy="66040"/>
                  </a:xfrm>
                  <a:custGeom>
                    <a:avLst/>
                    <a:gdLst>
                      <a:gd name="connsiteX0" fmla="*/ 0 w 279042"/>
                      <a:gd name="connsiteY0" fmla="*/ 0 h 66040"/>
                      <a:gd name="connsiteX1" fmla="*/ 279043 w 279042"/>
                      <a:gd name="connsiteY1" fmla="*/ 0 h 66040"/>
                      <a:gd name="connsiteX2" fmla="*/ 279043 w 279042"/>
                      <a:gd name="connsiteY2" fmla="*/ 66041 h 66040"/>
                      <a:gd name="connsiteX3" fmla="*/ 0 w 279042"/>
                      <a:gd name="connsiteY3" fmla="*/ 66041 h 66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2" h="66040">
                        <a:moveTo>
                          <a:pt x="0" y="0"/>
                        </a:moveTo>
                        <a:lnTo>
                          <a:pt x="279043" y="0"/>
                        </a:lnTo>
                        <a:lnTo>
                          <a:pt x="279043" y="66041"/>
                        </a:lnTo>
                        <a:lnTo>
                          <a:pt x="0" y="6604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4" name="Graphic 7">
                  <a:extLst>
                    <a:ext uri="{FF2B5EF4-FFF2-40B4-BE49-F238E27FC236}">
                      <a16:creationId xmlns:a16="http://schemas.microsoft.com/office/drawing/2014/main" id="{9F6AEB54-8E9B-A803-084D-15F6FB9E2A02}"/>
                    </a:ext>
                  </a:extLst>
                </p:cNvPr>
                <p:cNvGrpSpPr/>
                <p:nvPr/>
              </p:nvGrpSpPr>
              <p:grpSpPr>
                <a:xfrm>
                  <a:off x="-3148755" y="305928"/>
                  <a:ext cx="5621404" cy="7378314"/>
                  <a:chOff x="-3148755" y="305928"/>
                  <a:chExt cx="5621404" cy="7378314"/>
                </a:xfrm>
                <a:solidFill>
                  <a:srgbClr val="CED6DB"/>
                </a:solidFill>
              </p:grpSpPr>
              <p:sp>
                <p:nvSpPr>
                  <p:cNvPr id="265" name="Freeform: Shape 264">
                    <a:extLst>
                      <a:ext uri="{FF2B5EF4-FFF2-40B4-BE49-F238E27FC236}">
                        <a16:creationId xmlns:a16="http://schemas.microsoft.com/office/drawing/2014/main" id="{F9446F8F-6DB1-91EC-8033-990CDB053489}"/>
                      </a:ext>
                    </a:extLst>
                  </p:cNvPr>
                  <p:cNvSpPr/>
                  <p:nvPr/>
                </p:nvSpPr>
                <p:spPr>
                  <a:xfrm rot="-2880461">
                    <a:off x="-3170369" y="6275278"/>
                    <a:ext cx="278944" cy="66053"/>
                  </a:xfrm>
                  <a:custGeom>
                    <a:avLst/>
                    <a:gdLst>
                      <a:gd name="connsiteX0" fmla="*/ 0 w 278944"/>
                      <a:gd name="connsiteY0" fmla="*/ 0 h 66053"/>
                      <a:gd name="connsiteX1" fmla="*/ 278945 w 278944"/>
                      <a:gd name="connsiteY1" fmla="*/ 0 h 66053"/>
                      <a:gd name="connsiteX2" fmla="*/ 278945 w 278944"/>
                      <a:gd name="connsiteY2" fmla="*/ 66054 h 66053"/>
                      <a:gd name="connsiteX3" fmla="*/ 0 w 278944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4" h="66053">
                        <a:moveTo>
                          <a:pt x="0" y="0"/>
                        </a:moveTo>
                        <a:lnTo>
                          <a:pt x="278945" y="0"/>
                        </a:lnTo>
                        <a:lnTo>
                          <a:pt x="278945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6" name="Freeform: Shape 265">
                    <a:extLst>
                      <a:ext uri="{FF2B5EF4-FFF2-40B4-BE49-F238E27FC236}">
                        <a16:creationId xmlns:a16="http://schemas.microsoft.com/office/drawing/2014/main" id="{080D1C6B-8ACD-9CD4-0012-B3D98C1D0D9F}"/>
                      </a:ext>
                    </a:extLst>
                  </p:cNvPr>
                  <p:cNvSpPr/>
                  <p:nvPr/>
                </p:nvSpPr>
                <p:spPr>
                  <a:xfrm rot="-2881176">
                    <a:off x="2121157" y="398705"/>
                    <a:ext cx="279033" cy="66058"/>
                  </a:xfrm>
                  <a:custGeom>
                    <a:avLst/>
                    <a:gdLst>
                      <a:gd name="connsiteX0" fmla="*/ 0 w 279033"/>
                      <a:gd name="connsiteY0" fmla="*/ 0 h 66058"/>
                      <a:gd name="connsiteX1" fmla="*/ 279034 w 279033"/>
                      <a:gd name="connsiteY1" fmla="*/ 0 h 66058"/>
                      <a:gd name="connsiteX2" fmla="*/ 279034 w 279033"/>
                      <a:gd name="connsiteY2" fmla="*/ 66059 h 66058"/>
                      <a:gd name="connsiteX3" fmla="*/ 0 w 279033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58">
                        <a:moveTo>
                          <a:pt x="0" y="0"/>
                        </a:moveTo>
                        <a:lnTo>
                          <a:pt x="279034" y="0"/>
                        </a:lnTo>
                        <a:lnTo>
                          <a:pt x="279034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7" name="Graphic 7">
                  <a:extLst>
                    <a:ext uri="{FF2B5EF4-FFF2-40B4-BE49-F238E27FC236}">
                      <a16:creationId xmlns:a16="http://schemas.microsoft.com/office/drawing/2014/main" id="{2218010E-A284-46E2-7D6D-CCA4D7991826}"/>
                    </a:ext>
                  </a:extLst>
                </p:cNvPr>
                <p:cNvGrpSpPr/>
                <p:nvPr/>
              </p:nvGrpSpPr>
              <p:grpSpPr>
                <a:xfrm>
                  <a:off x="-3041111" y="213131"/>
                  <a:ext cx="5402967" cy="7601990"/>
                  <a:chOff x="-3041111" y="213131"/>
                  <a:chExt cx="5402967" cy="7601990"/>
                </a:xfrm>
                <a:solidFill>
                  <a:srgbClr val="CED6DB"/>
                </a:solidFill>
              </p:grpSpPr>
              <p:sp>
                <p:nvSpPr>
                  <p:cNvPr id="268" name="Freeform: Shape 267">
                    <a:extLst>
                      <a:ext uri="{FF2B5EF4-FFF2-40B4-BE49-F238E27FC236}">
                        <a16:creationId xmlns:a16="http://schemas.microsoft.com/office/drawing/2014/main" id="{1CD43AEE-F3B4-A311-6994-14FF5F6F10B0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-3065651" y="6365926"/>
                    <a:ext cx="278940" cy="66056"/>
                  </a:xfrm>
                  <a:custGeom>
                    <a:avLst/>
                    <a:gdLst>
                      <a:gd name="connsiteX0" fmla="*/ 0 w 278940"/>
                      <a:gd name="connsiteY0" fmla="*/ 0 h 66056"/>
                      <a:gd name="connsiteX1" fmla="*/ 278941 w 278940"/>
                      <a:gd name="connsiteY1" fmla="*/ 0 h 66056"/>
                      <a:gd name="connsiteX2" fmla="*/ 278941 w 278940"/>
                      <a:gd name="connsiteY2" fmla="*/ 66057 h 66056"/>
                      <a:gd name="connsiteX3" fmla="*/ 0 w 278940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0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9" name="Freeform: Shape 268">
                    <a:extLst>
                      <a:ext uri="{FF2B5EF4-FFF2-40B4-BE49-F238E27FC236}">
                        <a16:creationId xmlns:a16="http://schemas.microsoft.com/office/drawing/2014/main" id="{78DBDCB5-54D3-555A-7E3B-85CDD08BA886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2016902" y="308239"/>
                    <a:ext cx="279073" cy="66056"/>
                  </a:xfrm>
                  <a:custGeom>
                    <a:avLst/>
                    <a:gdLst>
                      <a:gd name="connsiteX0" fmla="*/ 0 w 279073"/>
                      <a:gd name="connsiteY0" fmla="*/ 0 h 66056"/>
                      <a:gd name="connsiteX1" fmla="*/ 279073 w 279073"/>
                      <a:gd name="connsiteY1" fmla="*/ 0 h 66056"/>
                      <a:gd name="connsiteX2" fmla="*/ 279073 w 279073"/>
                      <a:gd name="connsiteY2" fmla="*/ 66057 h 66056"/>
                      <a:gd name="connsiteX3" fmla="*/ 0 w 279073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3" h="66056">
                        <a:moveTo>
                          <a:pt x="0" y="0"/>
                        </a:moveTo>
                        <a:lnTo>
                          <a:pt x="279073" y="0"/>
                        </a:lnTo>
                        <a:lnTo>
                          <a:pt x="27907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0" name="Graphic 7">
                  <a:extLst>
                    <a:ext uri="{FF2B5EF4-FFF2-40B4-BE49-F238E27FC236}">
                      <a16:creationId xmlns:a16="http://schemas.microsoft.com/office/drawing/2014/main" id="{9B994C69-227E-CD6B-00EB-8034E2308093}"/>
                    </a:ext>
                  </a:extLst>
                </p:cNvPr>
                <p:cNvGrpSpPr/>
                <p:nvPr/>
              </p:nvGrpSpPr>
              <p:grpSpPr>
                <a:xfrm>
                  <a:off x="-2931350" y="124199"/>
                  <a:ext cx="5179248" cy="7816733"/>
                  <a:chOff x="-2931350" y="124199"/>
                  <a:chExt cx="5179248" cy="7816733"/>
                </a:xfrm>
                <a:solidFill>
                  <a:srgbClr val="CED6DB"/>
                </a:solidFill>
              </p:grpSpPr>
              <p:sp>
                <p:nvSpPr>
                  <p:cNvPr id="271" name="Freeform: Shape 270">
                    <a:extLst>
                      <a:ext uri="{FF2B5EF4-FFF2-40B4-BE49-F238E27FC236}">
                        <a16:creationId xmlns:a16="http://schemas.microsoft.com/office/drawing/2014/main" id="{3F6F8FD5-A10B-31C9-37E0-71E4AB522FFA}"/>
                      </a:ext>
                    </a:extLst>
                  </p:cNvPr>
                  <p:cNvSpPr/>
                  <p:nvPr/>
                </p:nvSpPr>
                <p:spPr>
                  <a:xfrm rot="-3119873">
                    <a:off x="-2958931" y="6453185"/>
                    <a:ext cx="278978" cy="66057"/>
                  </a:xfrm>
                  <a:custGeom>
                    <a:avLst/>
                    <a:gdLst>
                      <a:gd name="connsiteX0" fmla="*/ 0 w 278978"/>
                      <a:gd name="connsiteY0" fmla="*/ 0 h 66057"/>
                      <a:gd name="connsiteX1" fmla="*/ 278979 w 278978"/>
                      <a:gd name="connsiteY1" fmla="*/ 0 h 66057"/>
                      <a:gd name="connsiteX2" fmla="*/ 278979 w 278978"/>
                      <a:gd name="connsiteY2" fmla="*/ 66058 h 66057"/>
                      <a:gd name="connsiteX3" fmla="*/ 0 w 278978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78" h="66057">
                        <a:moveTo>
                          <a:pt x="0" y="0"/>
                        </a:moveTo>
                        <a:lnTo>
                          <a:pt x="278979" y="0"/>
                        </a:lnTo>
                        <a:lnTo>
                          <a:pt x="278979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2" name="Freeform: Shape 271">
                    <a:extLst>
                      <a:ext uri="{FF2B5EF4-FFF2-40B4-BE49-F238E27FC236}">
                        <a16:creationId xmlns:a16="http://schemas.microsoft.com/office/drawing/2014/main" id="{2534F4EB-4938-124E-1A19-D5F44A487F22}"/>
                      </a:ext>
                    </a:extLst>
                  </p:cNvPr>
                  <p:cNvSpPr/>
                  <p:nvPr/>
                </p:nvSpPr>
                <p:spPr>
                  <a:xfrm rot="-3119873">
                    <a:off x="1909719" y="221460"/>
                    <a:ext cx="279077" cy="66057"/>
                  </a:xfrm>
                  <a:custGeom>
                    <a:avLst/>
                    <a:gdLst>
                      <a:gd name="connsiteX0" fmla="*/ 0 w 279077"/>
                      <a:gd name="connsiteY0" fmla="*/ 0 h 66057"/>
                      <a:gd name="connsiteX1" fmla="*/ 279078 w 279077"/>
                      <a:gd name="connsiteY1" fmla="*/ 0 h 66057"/>
                      <a:gd name="connsiteX2" fmla="*/ 279078 w 279077"/>
                      <a:gd name="connsiteY2" fmla="*/ 66058 h 66057"/>
                      <a:gd name="connsiteX3" fmla="*/ 0 w 279077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7" h="66057">
                        <a:moveTo>
                          <a:pt x="0" y="0"/>
                        </a:moveTo>
                        <a:lnTo>
                          <a:pt x="279078" y="0"/>
                        </a:lnTo>
                        <a:lnTo>
                          <a:pt x="279078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3" name="Graphic 7">
                  <a:extLst>
                    <a:ext uri="{FF2B5EF4-FFF2-40B4-BE49-F238E27FC236}">
                      <a16:creationId xmlns:a16="http://schemas.microsoft.com/office/drawing/2014/main" id="{3CDA6B79-D536-771D-E1D2-BBEB6EC8C4D9}"/>
                    </a:ext>
                  </a:extLst>
                </p:cNvPr>
                <p:cNvGrpSpPr/>
                <p:nvPr/>
              </p:nvGrpSpPr>
              <p:grpSpPr>
                <a:xfrm>
                  <a:off x="-2817508" y="39087"/>
                  <a:ext cx="4948039" cy="8021074"/>
                  <a:chOff x="-2817508" y="39087"/>
                  <a:chExt cx="4948039" cy="8021074"/>
                </a:xfrm>
                <a:solidFill>
                  <a:srgbClr val="CED6DB"/>
                </a:solidFill>
              </p:grpSpPr>
              <p:sp>
                <p:nvSpPr>
                  <p:cNvPr id="274" name="Freeform: Shape 273">
                    <a:extLst>
                      <a:ext uri="{FF2B5EF4-FFF2-40B4-BE49-F238E27FC236}">
                        <a16:creationId xmlns:a16="http://schemas.microsoft.com/office/drawing/2014/main" id="{910C7B74-4EF9-0383-F524-72568F12265F}"/>
                      </a:ext>
                    </a:extLst>
                  </p:cNvPr>
                  <p:cNvSpPr/>
                  <p:nvPr/>
                </p:nvSpPr>
                <p:spPr>
                  <a:xfrm rot="-3239925">
                    <a:off x="-2848274" y="6535804"/>
                    <a:ext cx="278923" cy="66056"/>
                  </a:xfrm>
                  <a:custGeom>
                    <a:avLst/>
                    <a:gdLst>
                      <a:gd name="connsiteX0" fmla="*/ 0 w 278923"/>
                      <a:gd name="connsiteY0" fmla="*/ 0 h 66056"/>
                      <a:gd name="connsiteX1" fmla="*/ 278924 w 278923"/>
                      <a:gd name="connsiteY1" fmla="*/ 0 h 66056"/>
                      <a:gd name="connsiteX2" fmla="*/ 278924 w 278923"/>
                      <a:gd name="connsiteY2" fmla="*/ 66056 h 66056"/>
                      <a:gd name="connsiteX3" fmla="*/ 0 w 278923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3" h="66056">
                        <a:moveTo>
                          <a:pt x="0" y="0"/>
                        </a:moveTo>
                        <a:lnTo>
                          <a:pt x="278924" y="0"/>
                        </a:lnTo>
                        <a:lnTo>
                          <a:pt x="278924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5" name="Freeform: Shape 274">
                    <a:extLst>
                      <a:ext uri="{FF2B5EF4-FFF2-40B4-BE49-F238E27FC236}">
                        <a16:creationId xmlns:a16="http://schemas.microsoft.com/office/drawing/2014/main" id="{264DA358-366E-A0BB-29B3-2590C7AD1A15}"/>
                      </a:ext>
                    </a:extLst>
                  </p:cNvPr>
                  <p:cNvSpPr/>
                  <p:nvPr/>
                </p:nvSpPr>
                <p:spPr>
                  <a:xfrm rot="-3239925">
                    <a:off x="1799438" y="138351"/>
                    <a:ext cx="279055" cy="66056"/>
                  </a:xfrm>
                  <a:custGeom>
                    <a:avLst/>
                    <a:gdLst>
                      <a:gd name="connsiteX0" fmla="*/ 0 w 279055"/>
                      <a:gd name="connsiteY0" fmla="*/ 0 h 66056"/>
                      <a:gd name="connsiteX1" fmla="*/ 279056 w 279055"/>
                      <a:gd name="connsiteY1" fmla="*/ 0 h 66056"/>
                      <a:gd name="connsiteX2" fmla="*/ 279056 w 279055"/>
                      <a:gd name="connsiteY2" fmla="*/ 66056 h 66056"/>
                      <a:gd name="connsiteX3" fmla="*/ 0 w 279055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5" h="66056">
                        <a:moveTo>
                          <a:pt x="0" y="0"/>
                        </a:moveTo>
                        <a:lnTo>
                          <a:pt x="279056" y="0"/>
                        </a:lnTo>
                        <a:lnTo>
                          <a:pt x="279056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6" name="Graphic 7">
                  <a:extLst>
                    <a:ext uri="{FF2B5EF4-FFF2-40B4-BE49-F238E27FC236}">
                      <a16:creationId xmlns:a16="http://schemas.microsoft.com/office/drawing/2014/main" id="{9EC6A067-AFD5-E4CC-496E-1CC7DA18FF92}"/>
                    </a:ext>
                  </a:extLst>
                </p:cNvPr>
                <p:cNvGrpSpPr/>
                <p:nvPr/>
              </p:nvGrpSpPr>
              <p:grpSpPr>
                <a:xfrm>
                  <a:off x="-2701439" y="-41856"/>
                  <a:ext cx="4711656" cy="8216381"/>
                  <a:chOff x="-2701439" y="-41856"/>
                  <a:chExt cx="4711656" cy="8216381"/>
                </a:xfrm>
                <a:solidFill>
                  <a:srgbClr val="CED6DB"/>
                </a:solidFill>
              </p:grpSpPr>
              <p:sp>
                <p:nvSpPr>
                  <p:cNvPr id="277" name="Freeform: Shape 276">
                    <a:extLst>
                      <a:ext uri="{FF2B5EF4-FFF2-40B4-BE49-F238E27FC236}">
                        <a16:creationId xmlns:a16="http://schemas.microsoft.com/office/drawing/2014/main" id="{A7EB3059-C4FC-F0CB-CDCF-639008581773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-2735548" y="6615213"/>
                    <a:ext cx="278941" cy="66056"/>
                  </a:xfrm>
                  <a:custGeom>
                    <a:avLst/>
                    <a:gdLst>
                      <a:gd name="connsiteX0" fmla="*/ 0 w 278941"/>
                      <a:gd name="connsiteY0" fmla="*/ 0 h 66056"/>
                      <a:gd name="connsiteX1" fmla="*/ 278941 w 278941"/>
                      <a:gd name="connsiteY1" fmla="*/ 0 h 66056"/>
                      <a:gd name="connsiteX2" fmla="*/ 278941 w 278941"/>
                      <a:gd name="connsiteY2" fmla="*/ 66057 h 66056"/>
                      <a:gd name="connsiteX3" fmla="*/ 0 w 278941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1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8" name="Freeform: Shape 277">
                    <a:extLst>
                      <a:ext uri="{FF2B5EF4-FFF2-40B4-BE49-F238E27FC236}">
                        <a16:creationId xmlns:a16="http://schemas.microsoft.com/office/drawing/2014/main" id="{AD42A3B1-383D-0097-004B-5FD814C35C81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1686421" y="59264"/>
                    <a:ext cx="279056" cy="66056"/>
                  </a:xfrm>
                  <a:custGeom>
                    <a:avLst/>
                    <a:gdLst>
                      <a:gd name="connsiteX0" fmla="*/ 0 w 279056"/>
                      <a:gd name="connsiteY0" fmla="*/ 0 h 66056"/>
                      <a:gd name="connsiteX1" fmla="*/ 279057 w 279056"/>
                      <a:gd name="connsiteY1" fmla="*/ 0 h 66056"/>
                      <a:gd name="connsiteX2" fmla="*/ 279057 w 279056"/>
                      <a:gd name="connsiteY2" fmla="*/ 66057 h 66056"/>
                      <a:gd name="connsiteX3" fmla="*/ 0 w 279056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6" h="66056">
                        <a:moveTo>
                          <a:pt x="0" y="0"/>
                        </a:moveTo>
                        <a:lnTo>
                          <a:pt x="279057" y="0"/>
                        </a:lnTo>
                        <a:lnTo>
                          <a:pt x="279057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9" name="Graphic 7">
                  <a:extLst>
                    <a:ext uri="{FF2B5EF4-FFF2-40B4-BE49-F238E27FC236}">
                      <a16:creationId xmlns:a16="http://schemas.microsoft.com/office/drawing/2014/main" id="{D04CF99C-1990-EF4A-7AE8-6B81B461C375}"/>
                    </a:ext>
                  </a:extLst>
                </p:cNvPr>
                <p:cNvGrpSpPr/>
                <p:nvPr/>
              </p:nvGrpSpPr>
              <p:grpSpPr>
                <a:xfrm>
                  <a:off x="-2582480" y="-118656"/>
                  <a:ext cx="4469490" cy="8401427"/>
                  <a:chOff x="-2582480" y="-118656"/>
                  <a:chExt cx="4469490" cy="8401427"/>
                </a:xfrm>
                <a:solidFill>
                  <a:srgbClr val="CED6DB"/>
                </a:solidFill>
              </p:grpSpPr>
              <p:sp>
                <p:nvSpPr>
                  <p:cNvPr id="280" name="Freeform: Shape 279">
                    <a:extLst>
                      <a:ext uri="{FF2B5EF4-FFF2-40B4-BE49-F238E27FC236}">
                        <a16:creationId xmlns:a16="http://schemas.microsoft.com/office/drawing/2014/main" id="{B6FE301E-F6F7-6C71-0BD8-2C5B82079CBE}"/>
                      </a:ext>
                    </a:extLst>
                  </p:cNvPr>
                  <p:cNvSpPr/>
                  <p:nvPr/>
                </p:nvSpPr>
                <p:spPr>
                  <a:xfrm rot="-3480442">
                    <a:off x="-2620049" y="6690415"/>
                    <a:ext cx="278952" cy="66055"/>
                  </a:xfrm>
                  <a:custGeom>
                    <a:avLst/>
                    <a:gdLst>
                      <a:gd name="connsiteX0" fmla="*/ 0 w 278952"/>
                      <a:gd name="connsiteY0" fmla="*/ 0 h 66055"/>
                      <a:gd name="connsiteX1" fmla="*/ 278953 w 278952"/>
                      <a:gd name="connsiteY1" fmla="*/ 0 h 66055"/>
                      <a:gd name="connsiteX2" fmla="*/ 278953 w 278952"/>
                      <a:gd name="connsiteY2" fmla="*/ 66055 h 66055"/>
                      <a:gd name="connsiteX3" fmla="*/ 0 w 278952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5">
                        <a:moveTo>
                          <a:pt x="0" y="0"/>
                        </a:moveTo>
                        <a:lnTo>
                          <a:pt x="278953" y="0"/>
                        </a:lnTo>
                        <a:lnTo>
                          <a:pt x="278953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1" name="Freeform: Shape 280">
                    <a:extLst>
                      <a:ext uri="{FF2B5EF4-FFF2-40B4-BE49-F238E27FC236}">
                        <a16:creationId xmlns:a16="http://schemas.microsoft.com/office/drawing/2014/main" id="{A88160F6-892A-43F3-0B24-9EC7DE0C6791}"/>
                      </a:ext>
                    </a:extLst>
                  </p:cNvPr>
                  <p:cNvSpPr/>
                  <p:nvPr/>
                </p:nvSpPr>
                <p:spPr>
                  <a:xfrm rot="-3480442">
                    <a:off x="1570731" y="-15852"/>
                    <a:ext cx="279051" cy="66055"/>
                  </a:xfrm>
                  <a:custGeom>
                    <a:avLst/>
                    <a:gdLst>
                      <a:gd name="connsiteX0" fmla="*/ 0 w 279051"/>
                      <a:gd name="connsiteY0" fmla="*/ 0 h 66055"/>
                      <a:gd name="connsiteX1" fmla="*/ 279052 w 279051"/>
                      <a:gd name="connsiteY1" fmla="*/ 0 h 66055"/>
                      <a:gd name="connsiteX2" fmla="*/ 279052 w 279051"/>
                      <a:gd name="connsiteY2" fmla="*/ 66055 h 66055"/>
                      <a:gd name="connsiteX3" fmla="*/ 0 w 279051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1" h="66055">
                        <a:moveTo>
                          <a:pt x="0" y="0"/>
                        </a:moveTo>
                        <a:lnTo>
                          <a:pt x="279052" y="0"/>
                        </a:lnTo>
                        <a:lnTo>
                          <a:pt x="279052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2" name="Graphic 7">
                  <a:extLst>
                    <a:ext uri="{FF2B5EF4-FFF2-40B4-BE49-F238E27FC236}">
                      <a16:creationId xmlns:a16="http://schemas.microsoft.com/office/drawing/2014/main" id="{10FA75FF-5D3D-819E-34B6-4179651C064B}"/>
                    </a:ext>
                  </a:extLst>
                </p:cNvPr>
                <p:cNvGrpSpPr/>
                <p:nvPr/>
              </p:nvGrpSpPr>
              <p:grpSpPr>
                <a:xfrm>
                  <a:off x="-2460260" y="-191411"/>
                  <a:ext cx="4221152" cy="8576060"/>
                  <a:chOff x="-2460260" y="-191411"/>
                  <a:chExt cx="4221152" cy="8576060"/>
                </a:xfrm>
                <a:solidFill>
                  <a:srgbClr val="CED6DB"/>
                </a:solidFill>
              </p:grpSpPr>
              <p:sp>
                <p:nvSpPr>
                  <p:cNvPr id="283" name="Freeform: Shape 282">
                    <a:extLst>
                      <a:ext uri="{FF2B5EF4-FFF2-40B4-BE49-F238E27FC236}">
                        <a16:creationId xmlns:a16="http://schemas.microsoft.com/office/drawing/2014/main" id="{856FA0DE-B243-6600-4503-E8164CA60D1D}"/>
                      </a:ext>
                    </a:extLst>
                  </p:cNvPr>
                  <p:cNvSpPr/>
                  <p:nvPr/>
                </p:nvSpPr>
                <p:spPr>
                  <a:xfrm rot="-3599956">
                    <a:off x="-2501390" y="6761199"/>
                    <a:ext cx="278935" cy="66055"/>
                  </a:xfrm>
                  <a:custGeom>
                    <a:avLst/>
                    <a:gdLst>
                      <a:gd name="connsiteX0" fmla="*/ 0 w 278935"/>
                      <a:gd name="connsiteY0" fmla="*/ 0 h 66055"/>
                      <a:gd name="connsiteX1" fmla="*/ 278935 w 278935"/>
                      <a:gd name="connsiteY1" fmla="*/ 0 h 66055"/>
                      <a:gd name="connsiteX2" fmla="*/ 278935 w 278935"/>
                      <a:gd name="connsiteY2" fmla="*/ 66055 h 66055"/>
                      <a:gd name="connsiteX3" fmla="*/ 0 w 278935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5" h="66055">
                        <a:moveTo>
                          <a:pt x="0" y="0"/>
                        </a:moveTo>
                        <a:lnTo>
                          <a:pt x="278935" y="0"/>
                        </a:lnTo>
                        <a:lnTo>
                          <a:pt x="278935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4" name="Freeform: Shape 283">
                    <a:extLst>
                      <a:ext uri="{FF2B5EF4-FFF2-40B4-BE49-F238E27FC236}">
                        <a16:creationId xmlns:a16="http://schemas.microsoft.com/office/drawing/2014/main" id="{A1034AC6-70CE-FDDC-BEDA-630A01C2FE72}"/>
                      </a:ext>
                    </a:extLst>
                  </p:cNvPr>
                  <p:cNvSpPr/>
                  <p:nvPr/>
                </p:nvSpPr>
                <p:spPr>
                  <a:xfrm rot="-3600426">
                    <a:off x="1452360" y="-87102"/>
                    <a:ext cx="279028" cy="66074"/>
                  </a:xfrm>
                  <a:custGeom>
                    <a:avLst/>
                    <a:gdLst>
                      <a:gd name="connsiteX0" fmla="*/ 0 w 279028"/>
                      <a:gd name="connsiteY0" fmla="*/ 0 h 66074"/>
                      <a:gd name="connsiteX1" fmla="*/ 279028 w 279028"/>
                      <a:gd name="connsiteY1" fmla="*/ 0 h 66074"/>
                      <a:gd name="connsiteX2" fmla="*/ 279028 w 279028"/>
                      <a:gd name="connsiteY2" fmla="*/ 66074 h 66074"/>
                      <a:gd name="connsiteX3" fmla="*/ 0 w 279028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8" h="66074">
                        <a:moveTo>
                          <a:pt x="0" y="0"/>
                        </a:moveTo>
                        <a:lnTo>
                          <a:pt x="279028" y="0"/>
                        </a:lnTo>
                        <a:lnTo>
                          <a:pt x="279028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5" name="Graphic 7">
                  <a:extLst>
                    <a:ext uri="{FF2B5EF4-FFF2-40B4-BE49-F238E27FC236}">
                      <a16:creationId xmlns:a16="http://schemas.microsoft.com/office/drawing/2014/main" id="{C587A129-87E4-2FBA-3919-083064DCB17D}"/>
                    </a:ext>
                  </a:extLst>
                </p:cNvPr>
                <p:cNvGrpSpPr/>
                <p:nvPr/>
              </p:nvGrpSpPr>
              <p:grpSpPr>
                <a:xfrm>
                  <a:off x="-2335663" y="-259627"/>
                  <a:ext cx="3967884" cy="8741068"/>
                  <a:chOff x="-2335663" y="-259627"/>
                  <a:chExt cx="3967884" cy="8741068"/>
                </a:xfrm>
                <a:solidFill>
                  <a:srgbClr val="CED6DB"/>
                </a:solidFill>
              </p:grpSpPr>
              <p:sp>
                <p:nvSpPr>
                  <p:cNvPr id="286" name="Freeform: Shape 285">
                    <a:extLst>
                      <a:ext uri="{FF2B5EF4-FFF2-40B4-BE49-F238E27FC236}">
                        <a16:creationId xmlns:a16="http://schemas.microsoft.com/office/drawing/2014/main" id="{6ED4E52A-914D-A5E0-5864-6ABE2877D240}"/>
                      </a:ext>
                    </a:extLst>
                  </p:cNvPr>
                  <p:cNvSpPr/>
                  <p:nvPr/>
                </p:nvSpPr>
                <p:spPr>
                  <a:xfrm rot="-3720767">
                    <a:off x="-2380520" y="6828658"/>
                    <a:ext cx="278956" cy="66060"/>
                  </a:xfrm>
                  <a:custGeom>
                    <a:avLst/>
                    <a:gdLst>
                      <a:gd name="connsiteX0" fmla="*/ 0 w 278956"/>
                      <a:gd name="connsiteY0" fmla="*/ 0 h 66060"/>
                      <a:gd name="connsiteX1" fmla="*/ 278957 w 278956"/>
                      <a:gd name="connsiteY1" fmla="*/ 0 h 66060"/>
                      <a:gd name="connsiteX2" fmla="*/ 278957 w 278956"/>
                      <a:gd name="connsiteY2" fmla="*/ 66060 h 66060"/>
                      <a:gd name="connsiteX3" fmla="*/ 0 w 278956"/>
                      <a:gd name="connsiteY3" fmla="*/ 66060 h 66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6" h="66060">
                        <a:moveTo>
                          <a:pt x="0" y="0"/>
                        </a:moveTo>
                        <a:lnTo>
                          <a:pt x="278957" y="0"/>
                        </a:lnTo>
                        <a:lnTo>
                          <a:pt x="278957" y="66060"/>
                        </a:lnTo>
                        <a:lnTo>
                          <a:pt x="0" y="660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7" name="Freeform: Shape 286">
                    <a:extLst>
                      <a:ext uri="{FF2B5EF4-FFF2-40B4-BE49-F238E27FC236}">
                        <a16:creationId xmlns:a16="http://schemas.microsoft.com/office/drawing/2014/main" id="{F26AE5BB-FB4D-19D4-AD43-0E88480539DE}"/>
                      </a:ext>
                    </a:extLst>
                  </p:cNvPr>
                  <p:cNvSpPr/>
                  <p:nvPr/>
                </p:nvSpPr>
                <p:spPr>
                  <a:xfrm rot="-3721070">
                    <a:off x="1331647" y="-153948"/>
                    <a:ext cx="279042" cy="66057"/>
                  </a:xfrm>
                  <a:custGeom>
                    <a:avLst/>
                    <a:gdLst>
                      <a:gd name="connsiteX0" fmla="*/ 0 w 279042"/>
                      <a:gd name="connsiteY0" fmla="*/ 0 h 66057"/>
                      <a:gd name="connsiteX1" fmla="*/ 279043 w 279042"/>
                      <a:gd name="connsiteY1" fmla="*/ 0 h 66057"/>
                      <a:gd name="connsiteX2" fmla="*/ 279043 w 279042"/>
                      <a:gd name="connsiteY2" fmla="*/ 66057 h 66057"/>
                      <a:gd name="connsiteX3" fmla="*/ 0 w 279042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2" h="66057">
                        <a:moveTo>
                          <a:pt x="0" y="0"/>
                        </a:moveTo>
                        <a:lnTo>
                          <a:pt x="279043" y="0"/>
                        </a:lnTo>
                        <a:lnTo>
                          <a:pt x="27904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8" name="Graphic 7">
                  <a:extLst>
                    <a:ext uri="{FF2B5EF4-FFF2-40B4-BE49-F238E27FC236}">
                      <a16:creationId xmlns:a16="http://schemas.microsoft.com/office/drawing/2014/main" id="{28543C15-40BD-090C-DDB3-6D640B53FDC1}"/>
                    </a:ext>
                  </a:extLst>
                </p:cNvPr>
                <p:cNvGrpSpPr/>
                <p:nvPr/>
              </p:nvGrpSpPr>
              <p:grpSpPr>
                <a:xfrm>
                  <a:off x="-2209274" y="-323445"/>
                  <a:ext cx="3710480" cy="8894187"/>
                  <a:chOff x="-2209274" y="-323445"/>
                  <a:chExt cx="3710480" cy="8894187"/>
                </a:xfrm>
                <a:solidFill>
                  <a:srgbClr val="CED6DB"/>
                </a:solidFill>
              </p:grpSpPr>
              <p:sp>
                <p:nvSpPr>
                  <p:cNvPr id="289" name="Freeform: Shape 288">
                    <a:extLst>
                      <a:ext uri="{FF2B5EF4-FFF2-40B4-BE49-F238E27FC236}">
                        <a16:creationId xmlns:a16="http://schemas.microsoft.com/office/drawing/2014/main" id="{8AE74723-CBF3-B519-64F7-DFDE716A756C}"/>
                      </a:ext>
                    </a:extLst>
                  </p:cNvPr>
                  <p:cNvSpPr/>
                  <p:nvPr/>
                </p:nvSpPr>
                <p:spPr>
                  <a:xfrm rot="-3839460">
                    <a:off x="-2257882" y="6890887"/>
                    <a:ext cx="278867" cy="66054"/>
                  </a:xfrm>
                  <a:custGeom>
                    <a:avLst/>
                    <a:gdLst>
                      <a:gd name="connsiteX0" fmla="*/ 0 w 278867"/>
                      <a:gd name="connsiteY0" fmla="*/ 0 h 66054"/>
                      <a:gd name="connsiteX1" fmla="*/ 278867 w 278867"/>
                      <a:gd name="connsiteY1" fmla="*/ 0 h 66054"/>
                      <a:gd name="connsiteX2" fmla="*/ 278867 w 278867"/>
                      <a:gd name="connsiteY2" fmla="*/ 66055 h 66054"/>
                      <a:gd name="connsiteX3" fmla="*/ 0 w 278867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867" h="66054">
                        <a:moveTo>
                          <a:pt x="0" y="0"/>
                        </a:moveTo>
                        <a:lnTo>
                          <a:pt x="278867" y="0"/>
                        </a:lnTo>
                        <a:lnTo>
                          <a:pt x="27886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0" name="Freeform: Shape 289">
                    <a:extLst>
                      <a:ext uri="{FF2B5EF4-FFF2-40B4-BE49-F238E27FC236}">
                        <a16:creationId xmlns:a16="http://schemas.microsoft.com/office/drawing/2014/main" id="{A9DE4B64-D9DC-D1D6-9680-074B72201BA1}"/>
                      </a:ext>
                    </a:extLst>
                  </p:cNvPr>
                  <p:cNvSpPr/>
                  <p:nvPr/>
                </p:nvSpPr>
                <p:spPr>
                  <a:xfrm rot="-3839920">
                    <a:off x="1208711" y="-216599"/>
                    <a:ext cx="279045" cy="66074"/>
                  </a:xfrm>
                  <a:custGeom>
                    <a:avLst/>
                    <a:gdLst>
                      <a:gd name="connsiteX0" fmla="*/ 0 w 279045"/>
                      <a:gd name="connsiteY0" fmla="*/ 0 h 66074"/>
                      <a:gd name="connsiteX1" fmla="*/ 279046 w 279045"/>
                      <a:gd name="connsiteY1" fmla="*/ 0 h 66074"/>
                      <a:gd name="connsiteX2" fmla="*/ 279046 w 279045"/>
                      <a:gd name="connsiteY2" fmla="*/ 66074 h 66074"/>
                      <a:gd name="connsiteX3" fmla="*/ 0 w 279045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5" h="66074">
                        <a:moveTo>
                          <a:pt x="0" y="0"/>
                        </a:moveTo>
                        <a:lnTo>
                          <a:pt x="279046" y="0"/>
                        </a:lnTo>
                        <a:lnTo>
                          <a:pt x="279046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1" name="Graphic 7">
                  <a:extLst>
                    <a:ext uri="{FF2B5EF4-FFF2-40B4-BE49-F238E27FC236}">
                      <a16:creationId xmlns:a16="http://schemas.microsoft.com/office/drawing/2014/main" id="{28CFA7A4-7FAE-769E-6AF3-08020B5DEAAE}"/>
                    </a:ext>
                  </a:extLst>
                </p:cNvPr>
                <p:cNvGrpSpPr/>
                <p:nvPr/>
              </p:nvGrpSpPr>
              <p:grpSpPr>
                <a:xfrm>
                  <a:off x="-2079693" y="-382805"/>
                  <a:ext cx="3447451" cy="9037219"/>
                  <a:chOff x="-2079693" y="-382805"/>
                  <a:chExt cx="3447451" cy="9037219"/>
                </a:xfrm>
                <a:solidFill>
                  <a:srgbClr val="CED6DB"/>
                </a:solidFill>
              </p:grpSpPr>
              <p:sp>
                <p:nvSpPr>
                  <p:cNvPr id="292" name="Freeform: Shape 291">
                    <a:extLst>
                      <a:ext uri="{FF2B5EF4-FFF2-40B4-BE49-F238E27FC236}">
                        <a16:creationId xmlns:a16="http://schemas.microsoft.com/office/drawing/2014/main" id="{EC41F4D7-3E89-AF9D-6527-CB05C86306F5}"/>
                      </a:ext>
                    </a:extLst>
                  </p:cNvPr>
                  <p:cNvSpPr/>
                  <p:nvPr/>
                </p:nvSpPr>
                <p:spPr>
                  <a:xfrm rot="-3960191">
                    <a:off x="-2132271" y="6949265"/>
                    <a:ext cx="278951" cy="66058"/>
                  </a:xfrm>
                  <a:custGeom>
                    <a:avLst/>
                    <a:gdLst>
                      <a:gd name="connsiteX0" fmla="*/ 0 w 278951"/>
                      <a:gd name="connsiteY0" fmla="*/ 0 h 66058"/>
                      <a:gd name="connsiteX1" fmla="*/ 278951 w 278951"/>
                      <a:gd name="connsiteY1" fmla="*/ 0 h 66058"/>
                      <a:gd name="connsiteX2" fmla="*/ 278951 w 278951"/>
                      <a:gd name="connsiteY2" fmla="*/ 66059 h 66058"/>
                      <a:gd name="connsiteX3" fmla="*/ 0 w 278951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1" h="66058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3" name="Freeform: Shape 292">
                    <a:extLst>
                      <a:ext uri="{FF2B5EF4-FFF2-40B4-BE49-F238E27FC236}">
                        <a16:creationId xmlns:a16="http://schemas.microsoft.com/office/drawing/2014/main" id="{6CEA06D9-A691-C746-ED9F-902A9DA48EDA}"/>
                      </a:ext>
                    </a:extLst>
                  </p:cNvPr>
                  <p:cNvSpPr/>
                  <p:nvPr/>
                </p:nvSpPr>
                <p:spPr>
                  <a:xfrm rot="-3960191">
                    <a:off x="1083605" y="-274937"/>
                    <a:ext cx="279050" cy="66058"/>
                  </a:xfrm>
                  <a:custGeom>
                    <a:avLst/>
                    <a:gdLst>
                      <a:gd name="connsiteX0" fmla="*/ 0 w 279050"/>
                      <a:gd name="connsiteY0" fmla="*/ 0 h 66058"/>
                      <a:gd name="connsiteX1" fmla="*/ 279050 w 279050"/>
                      <a:gd name="connsiteY1" fmla="*/ 0 h 66058"/>
                      <a:gd name="connsiteX2" fmla="*/ 279050 w 279050"/>
                      <a:gd name="connsiteY2" fmla="*/ 66059 h 66058"/>
                      <a:gd name="connsiteX3" fmla="*/ 0 w 279050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0" h="66058">
                        <a:moveTo>
                          <a:pt x="0" y="0"/>
                        </a:moveTo>
                        <a:lnTo>
                          <a:pt x="279050" y="0"/>
                        </a:lnTo>
                        <a:lnTo>
                          <a:pt x="279050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4" name="Graphic 7">
                  <a:extLst>
                    <a:ext uri="{FF2B5EF4-FFF2-40B4-BE49-F238E27FC236}">
                      <a16:creationId xmlns:a16="http://schemas.microsoft.com/office/drawing/2014/main" id="{44E07FE3-4B61-BC4D-019D-923EB1A9F7AD}"/>
                    </a:ext>
                  </a:extLst>
                </p:cNvPr>
                <p:cNvGrpSpPr/>
                <p:nvPr/>
              </p:nvGrpSpPr>
              <p:grpSpPr>
                <a:xfrm>
                  <a:off x="-1949204" y="-437513"/>
                  <a:ext cx="3181435" cy="9169046"/>
                  <a:chOff x="-1949204" y="-437513"/>
                  <a:chExt cx="3181435" cy="9169046"/>
                </a:xfrm>
                <a:solidFill>
                  <a:srgbClr val="CED6DB"/>
                </a:solidFill>
              </p:grpSpPr>
              <p:sp>
                <p:nvSpPr>
                  <p:cNvPr id="295" name="Freeform: Shape 294">
                    <a:extLst>
                      <a:ext uri="{FF2B5EF4-FFF2-40B4-BE49-F238E27FC236}">
                        <a16:creationId xmlns:a16="http://schemas.microsoft.com/office/drawing/2014/main" id="{5988B9D7-BD79-302A-AC6D-110129FF6EA1}"/>
                      </a:ext>
                    </a:extLst>
                  </p:cNvPr>
                  <p:cNvSpPr/>
                  <p:nvPr/>
                </p:nvSpPr>
                <p:spPr>
                  <a:xfrm rot="-4080361">
                    <a:off x="-2005816" y="7003216"/>
                    <a:ext cx="278934" cy="66054"/>
                  </a:xfrm>
                  <a:custGeom>
                    <a:avLst/>
                    <a:gdLst>
                      <a:gd name="connsiteX0" fmla="*/ 0 w 278934"/>
                      <a:gd name="connsiteY0" fmla="*/ 0 h 66054"/>
                      <a:gd name="connsiteX1" fmla="*/ 278934 w 278934"/>
                      <a:gd name="connsiteY1" fmla="*/ 0 h 66054"/>
                      <a:gd name="connsiteX2" fmla="*/ 278934 w 278934"/>
                      <a:gd name="connsiteY2" fmla="*/ 66055 h 66054"/>
                      <a:gd name="connsiteX3" fmla="*/ 0 w 278934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4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6" name="Freeform: Shape 295">
                    <a:extLst>
                      <a:ext uri="{FF2B5EF4-FFF2-40B4-BE49-F238E27FC236}">
                        <a16:creationId xmlns:a16="http://schemas.microsoft.com/office/drawing/2014/main" id="{E78D9048-4FFB-88DA-F1E9-9470A8B45460}"/>
                      </a:ext>
                    </a:extLst>
                  </p:cNvPr>
                  <p:cNvSpPr/>
                  <p:nvPr/>
                </p:nvSpPr>
                <p:spPr>
                  <a:xfrm rot="-4080361">
                    <a:off x="956559" y="-328793"/>
                    <a:ext cx="279066" cy="66054"/>
                  </a:xfrm>
                  <a:custGeom>
                    <a:avLst/>
                    <a:gdLst>
                      <a:gd name="connsiteX0" fmla="*/ 0 w 279066"/>
                      <a:gd name="connsiteY0" fmla="*/ 0 h 66054"/>
                      <a:gd name="connsiteX1" fmla="*/ 279067 w 279066"/>
                      <a:gd name="connsiteY1" fmla="*/ 0 h 66054"/>
                      <a:gd name="connsiteX2" fmla="*/ 279067 w 279066"/>
                      <a:gd name="connsiteY2" fmla="*/ 66055 h 66054"/>
                      <a:gd name="connsiteX3" fmla="*/ 0 w 27906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6" h="66054">
                        <a:moveTo>
                          <a:pt x="0" y="0"/>
                        </a:moveTo>
                        <a:lnTo>
                          <a:pt x="279067" y="0"/>
                        </a:lnTo>
                        <a:lnTo>
                          <a:pt x="27906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7" name="Graphic 7">
                  <a:extLst>
                    <a:ext uri="{FF2B5EF4-FFF2-40B4-BE49-F238E27FC236}">
                      <a16:creationId xmlns:a16="http://schemas.microsoft.com/office/drawing/2014/main" id="{304A68B5-A978-7AA3-9F3E-31D180B8B9B4}"/>
                    </a:ext>
                  </a:extLst>
                </p:cNvPr>
                <p:cNvGrpSpPr/>
                <p:nvPr/>
              </p:nvGrpSpPr>
              <p:grpSpPr>
                <a:xfrm>
                  <a:off x="-1815638" y="-487698"/>
                  <a:ext cx="2910327" cy="9289653"/>
                  <a:chOff x="-1815638" y="-487698"/>
                  <a:chExt cx="2910327" cy="9289653"/>
                </a:xfrm>
                <a:solidFill>
                  <a:srgbClr val="CED6DB"/>
                </a:solidFill>
              </p:grpSpPr>
              <p:sp>
                <p:nvSpPr>
                  <p:cNvPr id="298" name="Freeform: Shape 297">
                    <a:extLst>
                      <a:ext uri="{FF2B5EF4-FFF2-40B4-BE49-F238E27FC236}">
                        <a16:creationId xmlns:a16="http://schemas.microsoft.com/office/drawing/2014/main" id="{B106925F-EDA4-CCC2-3E3E-90641A3B2203}"/>
                      </a:ext>
                    </a:extLst>
                  </p:cNvPr>
                  <p:cNvSpPr/>
                  <p:nvPr/>
                </p:nvSpPr>
                <p:spPr>
                  <a:xfrm rot="-4200837">
                    <a:off x="-1876396" y="7052532"/>
                    <a:ext cx="278932" cy="66058"/>
                  </a:xfrm>
                  <a:custGeom>
                    <a:avLst/>
                    <a:gdLst>
                      <a:gd name="connsiteX0" fmla="*/ 0 w 278932"/>
                      <a:gd name="connsiteY0" fmla="*/ 0 h 66058"/>
                      <a:gd name="connsiteX1" fmla="*/ 278932 w 278932"/>
                      <a:gd name="connsiteY1" fmla="*/ 0 h 66058"/>
                      <a:gd name="connsiteX2" fmla="*/ 278932 w 278932"/>
                      <a:gd name="connsiteY2" fmla="*/ 66058 h 66058"/>
                      <a:gd name="connsiteX3" fmla="*/ 0 w 278932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2" h="66058">
                        <a:moveTo>
                          <a:pt x="0" y="0"/>
                        </a:moveTo>
                        <a:lnTo>
                          <a:pt x="278932" y="0"/>
                        </a:lnTo>
                        <a:lnTo>
                          <a:pt x="278932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64003B52-B7D7-8C60-8C0F-647DEE1D7BFF}"/>
                      </a:ext>
                    </a:extLst>
                  </p:cNvPr>
                  <p:cNvSpPr/>
                  <p:nvPr/>
                </p:nvSpPr>
                <p:spPr>
                  <a:xfrm rot="-4200837">
                    <a:off x="827696" y="-378302"/>
                    <a:ext cx="279080" cy="66058"/>
                  </a:xfrm>
                  <a:custGeom>
                    <a:avLst/>
                    <a:gdLst>
                      <a:gd name="connsiteX0" fmla="*/ 0 w 279080"/>
                      <a:gd name="connsiteY0" fmla="*/ 0 h 66058"/>
                      <a:gd name="connsiteX1" fmla="*/ 279081 w 279080"/>
                      <a:gd name="connsiteY1" fmla="*/ 0 h 66058"/>
                      <a:gd name="connsiteX2" fmla="*/ 279081 w 279080"/>
                      <a:gd name="connsiteY2" fmla="*/ 66058 h 66058"/>
                      <a:gd name="connsiteX3" fmla="*/ 0 w 279080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0" h="66058">
                        <a:moveTo>
                          <a:pt x="0" y="0"/>
                        </a:moveTo>
                        <a:lnTo>
                          <a:pt x="279081" y="0"/>
                        </a:lnTo>
                        <a:lnTo>
                          <a:pt x="279081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0" name="Graphic 7">
                  <a:extLst>
                    <a:ext uri="{FF2B5EF4-FFF2-40B4-BE49-F238E27FC236}">
                      <a16:creationId xmlns:a16="http://schemas.microsoft.com/office/drawing/2014/main" id="{E92DB3F1-D0D9-0882-F7EC-C14CDFE0F5E0}"/>
                    </a:ext>
                  </a:extLst>
                </p:cNvPr>
                <p:cNvGrpSpPr/>
                <p:nvPr/>
              </p:nvGrpSpPr>
              <p:grpSpPr>
                <a:xfrm>
                  <a:off x="-1681681" y="-533076"/>
                  <a:ext cx="2637082" cy="9399422"/>
                  <a:chOff x="-1681681" y="-533076"/>
                  <a:chExt cx="2637082" cy="9399422"/>
                </a:xfrm>
                <a:solidFill>
                  <a:srgbClr val="CED6DB"/>
                </a:solidFill>
              </p:grpSpPr>
              <p:sp>
                <p:nvSpPr>
                  <p:cNvPr id="301" name="Freeform: Shape 300">
                    <a:extLst>
                      <a:ext uri="{FF2B5EF4-FFF2-40B4-BE49-F238E27FC236}">
                        <a16:creationId xmlns:a16="http://schemas.microsoft.com/office/drawing/2014/main" id="{4497161D-BEC7-F4A5-2230-9AC2AC7AE886}"/>
                      </a:ext>
                    </a:extLst>
                  </p:cNvPr>
                  <p:cNvSpPr/>
                  <p:nvPr/>
                </p:nvSpPr>
                <p:spPr>
                  <a:xfrm rot="-4319669">
                    <a:off x="-1746614" y="7097832"/>
                    <a:ext cx="278917" cy="66071"/>
                  </a:xfrm>
                  <a:custGeom>
                    <a:avLst/>
                    <a:gdLst>
                      <a:gd name="connsiteX0" fmla="*/ 0 w 278917"/>
                      <a:gd name="connsiteY0" fmla="*/ 0 h 66071"/>
                      <a:gd name="connsiteX1" fmla="*/ 278917 w 278917"/>
                      <a:gd name="connsiteY1" fmla="*/ 0 h 66071"/>
                      <a:gd name="connsiteX2" fmla="*/ 278917 w 278917"/>
                      <a:gd name="connsiteY2" fmla="*/ 66071 h 66071"/>
                      <a:gd name="connsiteX3" fmla="*/ 0 w 278917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7" h="66071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2" name="Freeform: Shape 301">
                    <a:extLst>
                      <a:ext uri="{FF2B5EF4-FFF2-40B4-BE49-F238E27FC236}">
                        <a16:creationId xmlns:a16="http://schemas.microsoft.com/office/drawing/2014/main" id="{86B828C3-AA04-EE5B-ED66-8C64EDBF02EE}"/>
                      </a:ext>
                    </a:extLst>
                  </p:cNvPr>
                  <p:cNvSpPr/>
                  <p:nvPr/>
                </p:nvSpPr>
                <p:spPr>
                  <a:xfrm rot="-4321516">
                    <a:off x="697273" y="-423209"/>
                    <a:ext cx="279026" cy="66057"/>
                  </a:xfrm>
                  <a:custGeom>
                    <a:avLst/>
                    <a:gdLst>
                      <a:gd name="connsiteX0" fmla="*/ 0 w 279026"/>
                      <a:gd name="connsiteY0" fmla="*/ 0 h 66057"/>
                      <a:gd name="connsiteX1" fmla="*/ 279026 w 279026"/>
                      <a:gd name="connsiteY1" fmla="*/ 0 h 66057"/>
                      <a:gd name="connsiteX2" fmla="*/ 279026 w 279026"/>
                      <a:gd name="connsiteY2" fmla="*/ 66057 h 66057"/>
                      <a:gd name="connsiteX3" fmla="*/ 0 w 279026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6" h="66057">
                        <a:moveTo>
                          <a:pt x="0" y="0"/>
                        </a:moveTo>
                        <a:lnTo>
                          <a:pt x="279026" y="0"/>
                        </a:lnTo>
                        <a:lnTo>
                          <a:pt x="279026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3" name="Graphic 7">
                  <a:extLst>
                    <a:ext uri="{FF2B5EF4-FFF2-40B4-BE49-F238E27FC236}">
                      <a16:creationId xmlns:a16="http://schemas.microsoft.com/office/drawing/2014/main" id="{94257F74-A2ED-3F13-5E65-D1D1416B4296}"/>
                    </a:ext>
                  </a:extLst>
                </p:cNvPr>
                <p:cNvGrpSpPr/>
                <p:nvPr/>
              </p:nvGrpSpPr>
              <p:grpSpPr>
                <a:xfrm>
                  <a:off x="-1545283" y="-573735"/>
                  <a:ext cx="2359735" cy="9497219"/>
                  <a:chOff x="-1545283" y="-573735"/>
                  <a:chExt cx="2359735" cy="9497219"/>
                </a:xfrm>
                <a:solidFill>
                  <a:srgbClr val="CED6DB"/>
                </a:solidFill>
              </p:grpSpPr>
              <p:sp>
                <p:nvSpPr>
                  <p:cNvPr id="304" name="Freeform: Shape 303">
                    <a:extLst>
                      <a:ext uri="{FF2B5EF4-FFF2-40B4-BE49-F238E27FC236}">
                        <a16:creationId xmlns:a16="http://schemas.microsoft.com/office/drawing/2014/main" id="{BFC11F12-5E27-C275-45EC-6C16ECB2AA47}"/>
                      </a:ext>
                    </a:extLst>
                  </p:cNvPr>
                  <p:cNvSpPr/>
                  <p:nvPr/>
                </p:nvSpPr>
                <p:spPr>
                  <a:xfrm rot="-4440821">
                    <a:off x="-1614583" y="7138086"/>
                    <a:ext cx="278916" cy="66054"/>
                  </a:xfrm>
                  <a:custGeom>
                    <a:avLst/>
                    <a:gdLst>
                      <a:gd name="connsiteX0" fmla="*/ 0 w 278916"/>
                      <a:gd name="connsiteY0" fmla="*/ 0 h 66054"/>
                      <a:gd name="connsiteX1" fmla="*/ 278917 w 278916"/>
                      <a:gd name="connsiteY1" fmla="*/ 0 h 66054"/>
                      <a:gd name="connsiteX2" fmla="*/ 278917 w 278916"/>
                      <a:gd name="connsiteY2" fmla="*/ 66055 h 66054"/>
                      <a:gd name="connsiteX3" fmla="*/ 0 w 27891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6" h="66054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5" name="Freeform: Shape 304">
                    <a:extLst>
                      <a:ext uri="{FF2B5EF4-FFF2-40B4-BE49-F238E27FC236}">
                        <a16:creationId xmlns:a16="http://schemas.microsoft.com/office/drawing/2014/main" id="{71F0616B-1FAD-78CE-831E-3FF94BC66281}"/>
                      </a:ext>
                    </a:extLst>
                  </p:cNvPr>
                  <p:cNvSpPr/>
                  <p:nvPr/>
                </p:nvSpPr>
                <p:spPr>
                  <a:xfrm rot="-4440821">
                    <a:off x="565247" y="-463525"/>
                    <a:ext cx="279065" cy="66038"/>
                  </a:xfrm>
                  <a:custGeom>
                    <a:avLst/>
                    <a:gdLst>
                      <a:gd name="connsiteX0" fmla="*/ 0 w 279065"/>
                      <a:gd name="connsiteY0" fmla="*/ 0 h 66038"/>
                      <a:gd name="connsiteX1" fmla="*/ 279066 w 279065"/>
                      <a:gd name="connsiteY1" fmla="*/ 0 h 66038"/>
                      <a:gd name="connsiteX2" fmla="*/ 279066 w 279065"/>
                      <a:gd name="connsiteY2" fmla="*/ 66038 h 66038"/>
                      <a:gd name="connsiteX3" fmla="*/ 0 w 279065"/>
                      <a:gd name="connsiteY3" fmla="*/ 66038 h 66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5" h="66038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38"/>
                        </a:lnTo>
                        <a:lnTo>
                          <a:pt x="0" y="6603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6" name="Graphic 7">
                  <a:extLst>
                    <a:ext uri="{FF2B5EF4-FFF2-40B4-BE49-F238E27FC236}">
                      <a16:creationId xmlns:a16="http://schemas.microsoft.com/office/drawing/2014/main" id="{5E6BE3E8-9D7B-D722-849C-11EB569805EC}"/>
                    </a:ext>
                  </a:extLst>
                </p:cNvPr>
                <p:cNvGrpSpPr/>
                <p:nvPr/>
              </p:nvGrpSpPr>
              <p:grpSpPr>
                <a:xfrm>
                  <a:off x="-1407541" y="-609557"/>
                  <a:ext cx="2079615" cy="9583058"/>
                  <a:chOff x="-1407541" y="-609557"/>
                  <a:chExt cx="2079615" cy="9583058"/>
                </a:xfrm>
                <a:solidFill>
                  <a:srgbClr val="CED6DB"/>
                </a:solidFill>
              </p:grpSpPr>
              <p:sp>
                <p:nvSpPr>
                  <p:cNvPr id="307" name="Freeform: Shape 306">
                    <a:extLst>
                      <a:ext uri="{FF2B5EF4-FFF2-40B4-BE49-F238E27FC236}">
                        <a16:creationId xmlns:a16="http://schemas.microsoft.com/office/drawing/2014/main" id="{7E8A0D6D-9203-2EA6-DB98-B77EBBAE34A5}"/>
                      </a:ext>
                    </a:extLst>
                  </p:cNvPr>
                  <p:cNvSpPr/>
                  <p:nvPr/>
                </p:nvSpPr>
                <p:spPr>
                  <a:xfrm rot="-4560744">
                    <a:off x="-1481262" y="7173412"/>
                    <a:ext cx="278944" cy="66036"/>
                  </a:xfrm>
                  <a:custGeom>
                    <a:avLst/>
                    <a:gdLst>
                      <a:gd name="connsiteX0" fmla="*/ 0 w 278944"/>
                      <a:gd name="connsiteY0" fmla="*/ 0 h 66036"/>
                      <a:gd name="connsiteX1" fmla="*/ 278944 w 278944"/>
                      <a:gd name="connsiteY1" fmla="*/ 0 h 66036"/>
                      <a:gd name="connsiteX2" fmla="*/ 278944 w 278944"/>
                      <a:gd name="connsiteY2" fmla="*/ 66037 h 66036"/>
                      <a:gd name="connsiteX3" fmla="*/ 0 w 278944"/>
                      <a:gd name="connsiteY3" fmla="*/ 66037 h 660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4" h="66036">
                        <a:moveTo>
                          <a:pt x="0" y="0"/>
                        </a:moveTo>
                        <a:lnTo>
                          <a:pt x="278944" y="0"/>
                        </a:lnTo>
                        <a:lnTo>
                          <a:pt x="278944" y="66037"/>
                        </a:lnTo>
                        <a:lnTo>
                          <a:pt x="0" y="6603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8" name="Freeform: Shape 307">
                    <a:extLst>
                      <a:ext uri="{FF2B5EF4-FFF2-40B4-BE49-F238E27FC236}">
                        <a16:creationId xmlns:a16="http://schemas.microsoft.com/office/drawing/2014/main" id="{4D88C1E2-3691-CE94-AE99-E0B2CECA28BB}"/>
                      </a:ext>
                    </a:extLst>
                  </p:cNvPr>
                  <p:cNvSpPr/>
                  <p:nvPr/>
                </p:nvSpPr>
                <p:spPr>
                  <a:xfrm rot="-4560744">
                    <a:off x="431959" y="-499208"/>
                    <a:ext cx="279059" cy="66053"/>
                  </a:xfrm>
                  <a:custGeom>
                    <a:avLst/>
                    <a:gdLst>
                      <a:gd name="connsiteX0" fmla="*/ 0 w 279059"/>
                      <a:gd name="connsiteY0" fmla="*/ 0 h 66053"/>
                      <a:gd name="connsiteX1" fmla="*/ 279060 w 279059"/>
                      <a:gd name="connsiteY1" fmla="*/ 0 h 66053"/>
                      <a:gd name="connsiteX2" fmla="*/ 279060 w 279059"/>
                      <a:gd name="connsiteY2" fmla="*/ 66053 h 66053"/>
                      <a:gd name="connsiteX3" fmla="*/ 0 w 279059"/>
                      <a:gd name="connsiteY3" fmla="*/ 66053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9" h="66053">
                        <a:moveTo>
                          <a:pt x="0" y="0"/>
                        </a:moveTo>
                        <a:lnTo>
                          <a:pt x="279060" y="0"/>
                        </a:lnTo>
                        <a:lnTo>
                          <a:pt x="279060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9" name="Graphic 7">
                  <a:extLst>
                    <a:ext uri="{FF2B5EF4-FFF2-40B4-BE49-F238E27FC236}">
                      <a16:creationId xmlns:a16="http://schemas.microsoft.com/office/drawing/2014/main" id="{66B7497A-C48F-0A6C-693B-8E87B0C896C4}"/>
                    </a:ext>
                  </a:extLst>
                </p:cNvPr>
                <p:cNvGrpSpPr/>
                <p:nvPr/>
              </p:nvGrpSpPr>
              <p:grpSpPr>
                <a:xfrm>
                  <a:off x="-1268635" y="-640586"/>
                  <a:ext cx="1797080" cy="9658279"/>
                  <a:chOff x="-1268635" y="-640586"/>
                  <a:chExt cx="1797080" cy="9658279"/>
                </a:xfrm>
                <a:solidFill>
                  <a:srgbClr val="CED6DB"/>
                </a:solidFill>
              </p:grpSpPr>
              <p:sp>
                <p:nvSpPr>
                  <p:cNvPr id="310" name="Freeform: Shape 309">
                    <a:extLst>
                      <a:ext uri="{FF2B5EF4-FFF2-40B4-BE49-F238E27FC236}">
                        <a16:creationId xmlns:a16="http://schemas.microsoft.com/office/drawing/2014/main" id="{8E70BBCF-B48B-83BF-5B46-F0AB258A4CF8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-1346785" y="7204863"/>
                    <a:ext cx="278950" cy="66071"/>
                  </a:xfrm>
                  <a:custGeom>
                    <a:avLst/>
                    <a:gdLst>
                      <a:gd name="connsiteX0" fmla="*/ 0 w 278950"/>
                      <a:gd name="connsiteY0" fmla="*/ 0 h 66071"/>
                      <a:gd name="connsiteX1" fmla="*/ 278950 w 278950"/>
                      <a:gd name="connsiteY1" fmla="*/ 0 h 66071"/>
                      <a:gd name="connsiteX2" fmla="*/ 278950 w 278950"/>
                      <a:gd name="connsiteY2" fmla="*/ 66071 h 66071"/>
                      <a:gd name="connsiteX3" fmla="*/ 0 w 278950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0" h="66071">
                        <a:moveTo>
                          <a:pt x="0" y="0"/>
                        </a:moveTo>
                        <a:lnTo>
                          <a:pt x="278950" y="0"/>
                        </a:lnTo>
                        <a:lnTo>
                          <a:pt x="278950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1" name="Freeform: Shape 310">
                    <a:extLst>
                      <a:ext uri="{FF2B5EF4-FFF2-40B4-BE49-F238E27FC236}">
                        <a16:creationId xmlns:a16="http://schemas.microsoft.com/office/drawing/2014/main" id="{433B3A35-BB97-9A26-9567-35B15BD7871C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297502" y="-530278"/>
                    <a:ext cx="279049" cy="66071"/>
                  </a:xfrm>
                  <a:custGeom>
                    <a:avLst/>
                    <a:gdLst>
                      <a:gd name="connsiteX0" fmla="*/ 0 w 279049"/>
                      <a:gd name="connsiteY0" fmla="*/ 0 h 66071"/>
                      <a:gd name="connsiteX1" fmla="*/ 279049 w 279049"/>
                      <a:gd name="connsiteY1" fmla="*/ 0 h 66071"/>
                      <a:gd name="connsiteX2" fmla="*/ 279049 w 279049"/>
                      <a:gd name="connsiteY2" fmla="*/ 66071 h 66071"/>
                      <a:gd name="connsiteX3" fmla="*/ 0 w 279049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9" h="66071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2" name="Graphic 7">
                  <a:extLst>
                    <a:ext uri="{FF2B5EF4-FFF2-40B4-BE49-F238E27FC236}">
                      <a16:creationId xmlns:a16="http://schemas.microsoft.com/office/drawing/2014/main" id="{CCB056B0-0E2A-B27B-5EA7-1C9D9F308ACF}"/>
                    </a:ext>
                  </a:extLst>
                </p:cNvPr>
                <p:cNvGrpSpPr/>
                <p:nvPr/>
              </p:nvGrpSpPr>
              <p:grpSpPr>
                <a:xfrm>
                  <a:off x="-1127990" y="-666745"/>
                  <a:ext cx="1511488" cy="9720852"/>
                  <a:chOff x="-1127990" y="-666745"/>
                  <a:chExt cx="1511488" cy="9720852"/>
                </a:xfrm>
                <a:solidFill>
                  <a:srgbClr val="CED6DB"/>
                </a:solidFill>
              </p:grpSpPr>
              <p:sp>
                <p:nvSpPr>
                  <p:cNvPr id="313" name="Freeform: Shape 312">
                    <a:extLst>
                      <a:ext uri="{FF2B5EF4-FFF2-40B4-BE49-F238E27FC236}">
                        <a16:creationId xmlns:a16="http://schemas.microsoft.com/office/drawing/2014/main" id="{C16DB990-BA15-A23C-FCBC-85B2B22ECF64}"/>
                      </a:ext>
                    </a:extLst>
                  </p:cNvPr>
                  <p:cNvSpPr/>
                  <p:nvPr/>
                </p:nvSpPr>
                <p:spPr>
                  <a:xfrm rot="-4801234">
                    <a:off x="-1210751" y="7230905"/>
                    <a:ext cx="278916" cy="66058"/>
                  </a:xfrm>
                  <a:custGeom>
                    <a:avLst/>
                    <a:gdLst>
                      <a:gd name="connsiteX0" fmla="*/ 0 w 278916"/>
                      <a:gd name="connsiteY0" fmla="*/ 0 h 66058"/>
                      <a:gd name="connsiteX1" fmla="*/ 278917 w 278916"/>
                      <a:gd name="connsiteY1" fmla="*/ 0 h 66058"/>
                      <a:gd name="connsiteX2" fmla="*/ 278917 w 278916"/>
                      <a:gd name="connsiteY2" fmla="*/ 66058 h 66058"/>
                      <a:gd name="connsiteX3" fmla="*/ 0 w 278916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6" h="66058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4" name="Freeform: Shape 313">
                    <a:extLst>
                      <a:ext uri="{FF2B5EF4-FFF2-40B4-BE49-F238E27FC236}">
                        <a16:creationId xmlns:a16="http://schemas.microsoft.com/office/drawing/2014/main" id="{6F0BF94E-C698-4F68-E80C-6CA9F58C0B13}"/>
                      </a:ext>
                    </a:extLst>
                  </p:cNvPr>
                  <p:cNvSpPr/>
                  <p:nvPr/>
                </p:nvSpPr>
                <p:spPr>
                  <a:xfrm rot="-4801234">
                    <a:off x="161963" y="-556637"/>
                    <a:ext cx="279048" cy="66058"/>
                  </a:xfrm>
                  <a:custGeom>
                    <a:avLst/>
                    <a:gdLst>
                      <a:gd name="connsiteX0" fmla="*/ 0 w 279048"/>
                      <a:gd name="connsiteY0" fmla="*/ 0 h 66058"/>
                      <a:gd name="connsiteX1" fmla="*/ 279049 w 279048"/>
                      <a:gd name="connsiteY1" fmla="*/ 0 h 66058"/>
                      <a:gd name="connsiteX2" fmla="*/ 279049 w 279048"/>
                      <a:gd name="connsiteY2" fmla="*/ 66059 h 66058"/>
                      <a:gd name="connsiteX3" fmla="*/ 0 w 279048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8" h="66058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5" name="Graphic 7">
                  <a:extLst>
                    <a:ext uri="{FF2B5EF4-FFF2-40B4-BE49-F238E27FC236}">
                      <a16:creationId xmlns:a16="http://schemas.microsoft.com/office/drawing/2014/main" id="{EEA8752D-73F8-D74E-660C-9D7A192F1E45}"/>
                    </a:ext>
                  </a:extLst>
                </p:cNvPr>
                <p:cNvGrpSpPr/>
                <p:nvPr/>
              </p:nvGrpSpPr>
              <p:grpSpPr>
                <a:xfrm>
                  <a:off x="-987148" y="-687958"/>
                  <a:ext cx="1225010" cy="9772306"/>
                  <a:chOff x="-987148" y="-687958"/>
                  <a:chExt cx="1225010" cy="9772306"/>
                </a:xfrm>
                <a:solidFill>
                  <a:srgbClr val="CED6DB"/>
                </a:solidFill>
              </p:grpSpPr>
              <p:sp>
                <p:nvSpPr>
                  <p:cNvPr id="316" name="Freeform: Shape 315">
                    <a:extLst>
                      <a:ext uri="{FF2B5EF4-FFF2-40B4-BE49-F238E27FC236}">
                        <a16:creationId xmlns:a16="http://schemas.microsoft.com/office/drawing/2014/main" id="{3E844739-1955-B5FA-2A96-E26101BC7A9E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-1074487" y="7252800"/>
                    <a:ext cx="278918" cy="66058"/>
                  </a:xfrm>
                  <a:custGeom>
                    <a:avLst/>
                    <a:gdLst>
                      <a:gd name="connsiteX0" fmla="*/ 0 w 278918"/>
                      <a:gd name="connsiteY0" fmla="*/ 0 h 66058"/>
                      <a:gd name="connsiteX1" fmla="*/ 278918 w 278918"/>
                      <a:gd name="connsiteY1" fmla="*/ 0 h 66058"/>
                      <a:gd name="connsiteX2" fmla="*/ 278918 w 278918"/>
                      <a:gd name="connsiteY2" fmla="*/ 66059 h 66058"/>
                      <a:gd name="connsiteX3" fmla="*/ 0 w 278918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8" h="66058">
                        <a:moveTo>
                          <a:pt x="0" y="0"/>
                        </a:moveTo>
                        <a:lnTo>
                          <a:pt x="278918" y="0"/>
                        </a:lnTo>
                        <a:lnTo>
                          <a:pt x="278918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7" name="Freeform: Shape 316">
                    <a:extLst>
                      <a:ext uri="{FF2B5EF4-FFF2-40B4-BE49-F238E27FC236}">
                        <a16:creationId xmlns:a16="http://schemas.microsoft.com/office/drawing/2014/main" id="{97CA6BB6-1AB7-9017-7168-1233D91C0CA7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25711" y="-578232"/>
                    <a:ext cx="279033" cy="66058"/>
                  </a:xfrm>
                  <a:custGeom>
                    <a:avLst/>
                    <a:gdLst>
                      <a:gd name="connsiteX0" fmla="*/ 0 w 279033"/>
                      <a:gd name="connsiteY0" fmla="*/ 0 h 66058"/>
                      <a:gd name="connsiteX1" fmla="*/ 279034 w 279033"/>
                      <a:gd name="connsiteY1" fmla="*/ 0 h 66058"/>
                      <a:gd name="connsiteX2" fmla="*/ 279034 w 279033"/>
                      <a:gd name="connsiteY2" fmla="*/ 66059 h 66058"/>
                      <a:gd name="connsiteX3" fmla="*/ 0 w 279033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58">
                        <a:moveTo>
                          <a:pt x="0" y="0"/>
                        </a:moveTo>
                        <a:lnTo>
                          <a:pt x="279034" y="0"/>
                        </a:lnTo>
                        <a:lnTo>
                          <a:pt x="279034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8" name="Graphic 7">
                  <a:extLst>
                    <a:ext uri="{FF2B5EF4-FFF2-40B4-BE49-F238E27FC236}">
                      <a16:creationId xmlns:a16="http://schemas.microsoft.com/office/drawing/2014/main" id="{40380D20-4188-1743-B232-C51938851B2F}"/>
                    </a:ext>
                  </a:extLst>
                </p:cNvPr>
                <p:cNvGrpSpPr/>
                <p:nvPr/>
              </p:nvGrpSpPr>
              <p:grpSpPr>
                <a:xfrm>
                  <a:off x="-845872" y="-704219"/>
                  <a:ext cx="937257" cy="9811354"/>
                  <a:chOff x="-845872" y="-704219"/>
                  <a:chExt cx="937257" cy="9811354"/>
                </a:xfrm>
                <a:solidFill>
                  <a:srgbClr val="CED6DB"/>
                </a:solidFill>
              </p:grpSpPr>
              <p:sp>
                <p:nvSpPr>
                  <p:cNvPr id="319" name="Freeform: Shape 318">
                    <a:extLst>
                      <a:ext uri="{FF2B5EF4-FFF2-40B4-BE49-F238E27FC236}">
                        <a16:creationId xmlns:a16="http://schemas.microsoft.com/office/drawing/2014/main" id="{DDD3DB63-E612-CF61-B358-C21A7679C963}"/>
                      </a:ext>
                    </a:extLst>
                  </p:cNvPr>
                  <p:cNvSpPr/>
                  <p:nvPr/>
                </p:nvSpPr>
                <p:spPr>
                  <a:xfrm rot="-5040089">
                    <a:off x="-937917" y="7269517"/>
                    <a:ext cx="278934" cy="66055"/>
                  </a:xfrm>
                  <a:custGeom>
                    <a:avLst/>
                    <a:gdLst>
                      <a:gd name="connsiteX0" fmla="*/ 0 w 278934"/>
                      <a:gd name="connsiteY0" fmla="*/ 0 h 66055"/>
                      <a:gd name="connsiteX1" fmla="*/ 278934 w 278934"/>
                      <a:gd name="connsiteY1" fmla="*/ 0 h 66055"/>
                      <a:gd name="connsiteX2" fmla="*/ 278934 w 278934"/>
                      <a:gd name="connsiteY2" fmla="*/ 66055 h 66055"/>
                      <a:gd name="connsiteX3" fmla="*/ 0 w 278934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5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0" name="Freeform: Shape 319">
                    <a:extLst>
                      <a:ext uri="{FF2B5EF4-FFF2-40B4-BE49-F238E27FC236}">
                        <a16:creationId xmlns:a16="http://schemas.microsoft.com/office/drawing/2014/main" id="{A06215B3-A78A-7EB0-923F-A0598A752D5A}"/>
                      </a:ext>
                    </a:extLst>
                  </p:cNvPr>
                  <p:cNvSpPr/>
                  <p:nvPr/>
                </p:nvSpPr>
                <p:spPr>
                  <a:xfrm rot="-5040089">
                    <a:off x="-111238" y="-595051"/>
                    <a:ext cx="279017" cy="66055"/>
                  </a:xfrm>
                  <a:custGeom>
                    <a:avLst/>
                    <a:gdLst>
                      <a:gd name="connsiteX0" fmla="*/ 0 w 279017"/>
                      <a:gd name="connsiteY0" fmla="*/ 0 h 66055"/>
                      <a:gd name="connsiteX1" fmla="*/ 279017 w 279017"/>
                      <a:gd name="connsiteY1" fmla="*/ 0 h 66055"/>
                      <a:gd name="connsiteX2" fmla="*/ 279017 w 279017"/>
                      <a:gd name="connsiteY2" fmla="*/ 66055 h 66055"/>
                      <a:gd name="connsiteX3" fmla="*/ 0 w 279017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7" h="66055">
                        <a:moveTo>
                          <a:pt x="0" y="0"/>
                        </a:moveTo>
                        <a:lnTo>
                          <a:pt x="279017" y="0"/>
                        </a:lnTo>
                        <a:lnTo>
                          <a:pt x="27901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21" name="Graphic 7">
                  <a:extLst>
                    <a:ext uri="{FF2B5EF4-FFF2-40B4-BE49-F238E27FC236}">
                      <a16:creationId xmlns:a16="http://schemas.microsoft.com/office/drawing/2014/main" id="{70DE44DC-9BBC-FC9F-4164-4F85B0145E7C}"/>
                    </a:ext>
                  </a:extLst>
                </p:cNvPr>
                <p:cNvGrpSpPr/>
                <p:nvPr/>
              </p:nvGrpSpPr>
              <p:grpSpPr>
                <a:xfrm>
                  <a:off x="-703134" y="-715489"/>
                  <a:ext cx="647347" cy="9838270"/>
                  <a:chOff x="-703134" y="-715489"/>
                  <a:chExt cx="647347" cy="9838270"/>
                </a:xfrm>
                <a:solidFill>
                  <a:srgbClr val="CED6DB"/>
                </a:solidFill>
              </p:grpSpPr>
              <p:sp>
                <p:nvSpPr>
                  <p:cNvPr id="322" name="Freeform: Shape 321">
                    <a:extLst>
                      <a:ext uri="{FF2B5EF4-FFF2-40B4-BE49-F238E27FC236}">
                        <a16:creationId xmlns:a16="http://schemas.microsoft.com/office/drawing/2014/main" id="{710FC4B6-59A3-81CC-A00F-187884535E92}"/>
                      </a:ext>
                    </a:extLst>
                  </p:cNvPr>
                  <p:cNvSpPr/>
                  <p:nvPr/>
                </p:nvSpPr>
                <p:spPr>
                  <a:xfrm rot="-5159859">
                    <a:off x="-799926" y="7281314"/>
                    <a:ext cx="278952" cy="66059"/>
                  </a:xfrm>
                  <a:custGeom>
                    <a:avLst/>
                    <a:gdLst>
                      <a:gd name="connsiteX0" fmla="*/ 0 w 278952"/>
                      <a:gd name="connsiteY0" fmla="*/ 0 h 66059"/>
                      <a:gd name="connsiteX1" fmla="*/ 278952 w 278952"/>
                      <a:gd name="connsiteY1" fmla="*/ 0 h 66059"/>
                      <a:gd name="connsiteX2" fmla="*/ 278952 w 278952"/>
                      <a:gd name="connsiteY2" fmla="*/ 66059 h 66059"/>
                      <a:gd name="connsiteX3" fmla="*/ 0 w 278952"/>
                      <a:gd name="connsiteY3" fmla="*/ 66059 h 66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9">
                        <a:moveTo>
                          <a:pt x="0" y="0"/>
                        </a:moveTo>
                        <a:lnTo>
                          <a:pt x="278952" y="0"/>
                        </a:lnTo>
                        <a:lnTo>
                          <a:pt x="278952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3" name="Freeform: Shape 322">
                    <a:extLst>
                      <a:ext uri="{FF2B5EF4-FFF2-40B4-BE49-F238E27FC236}">
                        <a16:creationId xmlns:a16="http://schemas.microsoft.com/office/drawing/2014/main" id="{C3696BBF-FB7A-EF69-2A2E-357D7ABE8DF4}"/>
                      </a:ext>
                    </a:extLst>
                  </p:cNvPr>
                  <p:cNvSpPr/>
                  <p:nvPr/>
                </p:nvSpPr>
                <p:spPr>
                  <a:xfrm rot="-5161574">
                    <a:off x="-248770" y="-607035"/>
                    <a:ext cx="279058" cy="66056"/>
                  </a:xfrm>
                  <a:custGeom>
                    <a:avLst/>
                    <a:gdLst>
                      <a:gd name="connsiteX0" fmla="*/ 0 w 279058"/>
                      <a:gd name="connsiteY0" fmla="*/ 0 h 66056"/>
                      <a:gd name="connsiteX1" fmla="*/ 279058 w 279058"/>
                      <a:gd name="connsiteY1" fmla="*/ 0 h 66056"/>
                      <a:gd name="connsiteX2" fmla="*/ 279058 w 279058"/>
                      <a:gd name="connsiteY2" fmla="*/ 66057 h 66056"/>
                      <a:gd name="connsiteX3" fmla="*/ 0 w 279058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8" h="66056">
                        <a:moveTo>
                          <a:pt x="0" y="0"/>
                        </a:moveTo>
                        <a:lnTo>
                          <a:pt x="279058" y="0"/>
                        </a:lnTo>
                        <a:lnTo>
                          <a:pt x="279058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24" name="Graphic 7">
                  <a:extLst>
                    <a:ext uri="{FF2B5EF4-FFF2-40B4-BE49-F238E27FC236}">
                      <a16:creationId xmlns:a16="http://schemas.microsoft.com/office/drawing/2014/main" id="{C038AF24-B249-9AFE-03DA-2AFCCAC14189}"/>
                    </a:ext>
                  </a:extLst>
                </p:cNvPr>
                <p:cNvGrpSpPr/>
                <p:nvPr/>
              </p:nvGrpSpPr>
              <p:grpSpPr>
                <a:xfrm>
                  <a:off x="-560817" y="-721874"/>
                  <a:ext cx="357564" cy="9854003"/>
                  <a:chOff x="-560817" y="-721874"/>
                  <a:chExt cx="357564" cy="9854003"/>
                </a:xfrm>
                <a:solidFill>
                  <a:srgbClr val="CED6DB"/>
                </a:solidFill>
              </p:grpSpPr>
              <p:sp>
                <p:nvSpPr>
                  <p:cNvPr id="325" name="Freeform: Shape 324">
                    <a:extLst>
                      <a:ext uri="{FF2B5EF4-FFF2-40B4-BE49-F238E27FC236}">
                        <a16:creationId xmlns:a16="http://schemas.microsoft.com/office/drawing/2014/main" id="{61A4BC60-032D-9865-D753-13DF6106F057}"/>
                      </a:ext>
                    </a:extLst>
                  </p:cNvPr>
                  <p:cNvSpPr/>
                  <p:nvPr/>
                </p:nvSpPr>
                <p:spPr>
                  <a:xfrm rot="-5280687">
                    <a:off x="-662431" y="7288897"/>
                    <a:ext cx="278941" cy="66073"/>
                  </a:xfrm>
                  <a:custGeom>
                    <a:avLst/>
                    <a:gdLst>
                      <a:gd name="connsiteX0" fmla="*/ 0 w 278941"/>
                      <a:gd name="connsiteY0" fmla="*/ 0 h 66073"/>
                      <a:gd name="connsiteX1" fmla="*/ 278942 w 278941"/>
                      <a:gd name="connsiteY1" fmla="*/ 0 h 66073"/>
                      <a:gd name="connsiteX2" fmla="*/ 278942 w 278941"/>
                      <a:gd name="connsiteY2" fmla="*/ 66073 h 66073"/>
                      <a:gd name="connsiteX3" fmla="*/ 0 w 278941"/>
                      <a:gd name="connsiteY3" fmla="*/ 66073 h 66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1" h="66073">
                        <a:moveTo>
                          <a:pt x="0" y="0"/>
                        </a:moveTo>
                        <a:lnTo>
                          <a:pt x="278942" y="0"/>
                        </a:lnTo>
                        <a:lnTo>
                          <a:pt x="278942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6" name="Freeform: Shape 325">
                    <a:extLst>
                      <a:ext uri="{FF2B5EF4-FFF2-40B4-BE49-F238E27FC236}">
                        <a16:creationId xmlns:a16="http://schemas.microsoft.com/office/drawing/2014/main" id="{0AC234C7-4B21-E3E1-E6ED-4760E8C8A24E}"/>
                      </a:ext>
                    </a:extLst>
                  </p:cNvPr>
                  <p:cNvSpPr/>
                  <p:nvPr/>
                </p:nvSpPr>
                <p:spPr>
                  <a:xfrm rot="-5280687">
                    <a:off x="-386624" y="-614304"/>
                    <a:ext cx="279074" cy="66056"/>
                  </a:xfrm>
                  <a:custGeom>
                    <a:avLst/>
                    <a:gdLst>
                      <a:gd name="connsiteX0" fmla="*/ 0 w 279074"/>
                      <a:gd name="connsiteY0" fmla="*/ 0 h 66056"/>
                      <a:gd name="connsiteX1" fmla="*/ 279074 w 279074"/>
                      <a:gd name="connsiteY1" fmla="*/ 0 h 66056"/>
                      <a:gd name="connsiteX2" fmla="*/ 279074 w 279074"/>
                      <a:gd name="connsiteY2" fmla="*/ 66057 h 66056"/>
                      <a:gd name="connsiteX3" fmla="*/ 0 w 279074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4" h="66056">
                        <a:moveTo>
                          <a:pt x="0" y="0"/>
                        </a:moveTo>
                        <a:lnTo>
                          <a:pt x="279074" y="0"/>
                        </a:lnTo>
                        <a:lnTo>
                          <a:pt x="279074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</p:grpSp>
        </p:grpSp>
        <p:grpSp>
          <p:nvGrpSpPr>
            <p:cNvPr id="327" name="Graphic 7">
              <a:extLst>
                <a:ext uri="{FF2B5EF4-FFF2-40B4-BE49-F238E27FC236}">
                  <a16:creationId xmlns:a16="http://schemas.microsoft.com/office/drawing/2014/main" id="{FCC7CD4F-DF9E-D0B1-C3FF-A49BD6D4B00E}"/>
                </a:ext>
              </a:extLst>
            </p:cNvPr>
            <p:cNvGrpSpPr/>
            <p:nvPr/>
          </p:nvGrpSpPr>
          <p:grpSpPr>
            <a:xfrm>
              <a:off x="-371569" y="-307596"/>
              <a:ext cx="13716950" cy="7072127"/>
              <a:chOff x="-371569" y="-307596"/>
              <a:chExt cx="13716950" cy="7072127"/>
            </a:xfrm>
          </p:grpSpPr>
          <p:grpSp>
            <p:nvGrpSpPr>
              <p:cNvPr id="328" name="Graphic 7">
                <a:extLst>
                  <a:ext uri="{FF2B5EF4-FFF2-40B4-BE49-F238E27FC236}">
                    <a16:creationId xmlns:a16="http://schemas.microsoft.com/office/drawing/2014/main" id="{8E3CC520-48BE-3037-16D4-7BA42C5095AF}"/>
                  </a:ext>
                </a:extLst>
              </p:cNvPr>
              <p:cNvGrpSpPr/>
              <p:nvPr/>
            </p:nvGrpSpPr>
            <p:grpSpPr>
              <a:xfrm>
                <a:off x="11063573" y="4722471"/>
                <a:ext cx="1648951" cy="194636"/>
                <a:chOff x="11063573" y="4722471"/>
                <a:chExt cx="1648951" cy="194636"/>
              </a:xfrm>
              <a:solidFill>
                <a:srgbClr val="B0B5B7"/>
              </a:solidFill>
            </p:grpSpPr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A5B433CA-E837-7C2B-50E6-09F945103FCC}"/>
                    </a:ext>
                  </a:extLst>
                </p:cNvPr>
                <p:cNvSpPr/>
                <p:nvPr/>
              </p:nvSpPr>
              <p:spPr>
                <a:xfrm>
                  <a:off x="11063573" y="4722471"/>
                  <a:ext cx="259091" cy="161657"/>
                </a:xfrm>
                <a:custGeom>
                  <a:avLst/>
                  <a:gdLst>
                    <a:gd name="connsiteX0" fmla="*/ 259092 w 259091"/>
                    <a:gd name="connsiteY0" fmla="*/ 161657 h 161657"/>
                    <a:gd name="connsiteX1" fmla="*/ 155811 w 259091"/>
                    <a:gd name="connsiteY1" fmla="*/ 161657 h 161657"/>
                    <a:gd name="connsiteX2" fmla="*/ 0 w 259091"/>
                    <a:gd name="connsiteY2" fmla="*/ 0 h 161657"/>
                    <a:gd name="connsiteX3" fmla="*/ 103263 w 259091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91" h="161657">
                      <a:moveTo>
                        <a:pt x="259092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63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8FCD9451-9FB0-694D-72B6-22E310A1B20F}"/>
                    </a:ext>
                  </a:extLst>
                </p:cNvPr>
                <p:cNvSpPr/>
                <p:nvPr/>
              </p:nvSpPr>
              <p:spPr>
                <a:xfrm>
                  <a:off x="11258176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9 w 259074"/>
                    <a:gd name="connsiteY1" fmla="*/ 161657 h 161657"/>
                    <a:gd name="connsiteX2" fmla="*/ 0 w 259074"/>
                    <a:gd name="connsiteY2" fmla="*/ 0 h 161657"/>
                    <a:gd name="connsiteX3" fmla="*/ 103263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9" y="161657"/>
                      </a:lnTo>
                      <a:lnTo>
                        <a:pt x="0" y="0"/>
                      </a:lnTo>
                      <a:lnTo>
                        <a:pt x="103263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E0CB3F3B-3AD9-B0D3-C01D-6695C51E747E}"/>
                    </a:ext>
                  </a:extLst>
                </p:cNvPr>
                <p:cNvSpPr/>
                <p:nvPr/>
              </p:nvSpPr>
              <p:spPr>
                <a:xfrm>
                  <a:off x="11452813" y="4722471"/>
                  <a:ext cx="259058" cy="161657"/>
                </a:xfrm>
                <a:custGeom>
                  <a:avLst/>
                  <a:gdLst>
                    <a:gd name="connsiteX0" fmla="*/ 259058 w 259058"/>
                    <a:gd name="connsiteY0" fmla="*/ 161657 h 161657"/>
                    <a:gd name="connsiteX1" fmla="*/ 155811 w 259058"/>
                    <a:gd name="connsiteY1" fmla="*/ 161657 h 161657"/>
                    <a:gd name="connsiteX2" fmla="*/ 0 w 259058"/>
                    <a:gd name="connsiteY2" fmla="*/ 0 h 161657"/>
                    <a:gd name="connsiteX3" fmla="*/ 103247 w 259058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58" h="161657">
                      <a:moveTo>
                        <a:pt x="259058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47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BC18F756-38A3-AB05-7AC9-31239CA5EA1C}"/>
                    </a:ext>
                  </a:extLst>
                </p:cNvPr>
                <p:cNvSpPr/>
                <p:nvPr/>
              </p:nvSpPr>
              <p:spPr>
                <a:xfrm>
                  <a:off x="11647400" y="4722471"/>
                  <a:ext cx="259090" cy="161657"/>
                </a:xfrm>
                <a:custGeom>
                  <a:avLst/>
                  <a:gdLst>
                    <a:gd name="connsiteX0" fmla="*/ 259091 w 259090"/>
                    <a:gd name="connsiteY0" fmla="*/ 161657 h 161657"/>
                    <a:gd name="connsiteX1" fmla="*/ 155811 w 259090"/>
                    <a:gd name="connsiteY1" fmla="*/ 161657 h 161657"/>
                    <a:gd name="connsiteX2" fmla="*/ 0 w 259090"/>
                    <a:gd name="connsiteY2" fmla="*/ 0 h 161657"/>
                    <a:gd name="connsiteX3" fmla="*/ 103279 w 259090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90" h="161657">
                      <a:moveTo>
                        <a:pt x="259091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79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9DCB31E1-3F0F-AA18-77D7-B6B085085E81}"/>
                    </a:ext>
                  </a:extLst>
                </p:cNvPr>
                <p:cNvSpPr/>
                <p:nvPr/>
              </p:nvSpPr>
              <p:spPr>
                <a:xfrm>
                  <a:off x="11842019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9 w 259074"/>
                    <a:gd name="connsiteY1" fmla="*/ 161657 h 161657"/>
                    <a:gd name="connsiteX2" fmla="*/ 0 w 259074"/>
                    <a:gd name="connsiteY2" fmla="*/ 0 h 161657"/>
                    <a:gd name="connsiteX3" fmla="*/ 103247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9" y="161657"/>
                      </a:lnTo>
                      <a:lnTo>
                        <a:pt x="0" y="0"/>
                      </a:lnTo>
                      <a:lnTo>
                        <a:pt x="103247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5E562D7B-5F16-1F6D-6E3F-CA076A332329}"/>
                    </a:ext>
                  </a:extLst>
                </p:cNvPr>
                <p:cNvSpPr/>
                <p:nvPr/>
              </p:nvSpPr>
              <p:spPr>
                <a:xfrm>
                  <a:off x="12036640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8 w 259074"/>
                    <a:gd name="connsiteY1" fmla="*/ 161657 h 161657"/>
                    <a:gd name="connsiteX2" fmla="*/ 0 w 259074"/>
                    <a:gd name="connsiteY2" fmla="*/ 0 h 161657"/>
                    <a:gd name="connsiteX3" fmla="*/ 103246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8" y="161657"/>
                      </a:lnTo>
                      <a:lnTo>
                        <a:pt x="0" y="0"/>
                      </a:lnTo>
                      <a:lnTo>
                        <a:pt x="103246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273BB3AF-5F1D-D8FC-C72B-157395B77D20}"/>
                    </a:ext>
                  </a:extLst>
                </p:cNvPr>
                <p:cNvSpPr/>
                <p:nvPr/>
              </p:nvSpPr>
              <p:spPr>
                <a:xfrm>
                  <a:off x="12231259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795 w 259074"/>
                    <a:gd name="connsiteY1" fmla="*/ 161657 h 161657"/>
                    <a:gd name="connsiteX2" fmla="*/ 0 w 259074"/>
                    <a:gd name="connsiteY2" fmla="*/ 0 h 161657"/>
                    <a:gd name="connsiteX3" fmla="*/ 103214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795" y="161657"/>
                      </a:lnTo>
                      <a:lnTo>
                        <a:pt x="0" y="0"/>
                      </a:lnTo>
                      <a:lnTo>
                        <a:pt x="103214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2200445E-C5D8-ADFC-0123-614FD5A4DB9E}"/>
                    </a:ext>
                  </a:extLst>
                </p:cNvPr>
                <p:cNvSpPr/>
                <p:nvPr/>
              </p:nvSpPr>
              <p:spPr>
                <a:xfrm>
                  <a:off x="12425862" y="4722471"/>
                  <a:ext cx="259058" cy="161657"/>
                </a:xfrm>
                <a:custGeom>
                  <a:avLst/>
                  <a:gdLst>
                    <a:gd name="connsiteX0" fmla="*/ 259058 w 259058"/>
                    <a:gd name="connsiteY0" fmla="*/ 161657 h 161657"/>
                    <a:gd name="connsiteX1" fmla="*/ 155811 w 259058"/>
                    <a:gd name="connsiteY1" fmla="*/ 161657 h 161657"/>
                    <a:gd name="connsiteX2" fmla="*/ 0 w 259058"/>
                    <a:gd name="connsiteY2" fmla="*/ 0 h 161657"/>
                    <a:gd name="connsiteX3" fmla="*/ 103230 w 259058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58" h="161657">
                      <a:moveTo>
                        <a:pt x="259058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30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337" name="Graphic 7">
                <a:extLst>
                  <a:ext uri="{FF2B5EF4-FFF2-40B4-BE49-F238E27FC236}">
                    <a16:creationId xmlns:a16="http://schemas.microsoft.com/office/drawing/2014/main" id="{F6C84E19-5F51-5DD8-09C4-965E07E51AF0}"/>
                  </a:ext>
                </a:extLst>
              </p:cNvPr>
              <p:cNvGrpSpPr/>
              <p:nvPr/>
            </p:nvGrpSpPr>
            <p:grpSpPr>
              <a:xfrm>
                <a:off x="-371569" y="-307596"/>
                <a:ext cx="13716950" cy="7072127"/>
                <a:chOff x="-371569" y="-307596"/>
                <a:chExt cx="13716950" cy="7072127"/>
              </a:xfrm>
            </p:grpSpPr>
            <p:grpSp>
              <p:nvGrpSpPr>
                <p:cNvPr id="338" name="Graphic 7">
                  <a:extLst>
                    <a:ext uri="{FF2B5EF4-FFF2-40B4-BE49-F238E27FC236}">
                      <a16:creationId xmlns:a16="http://schemas.microsoft.com/office/drawing/2014/main" id="{057C2209-E522-FB0A-0637-006163060D0D}"/>
                    </a:ext>
                  </a:extLst>
                </p:cNvPr>
                <p:cNvGrpSpPr/>
                <p:nvPr/>
              </p:nvGrpSpPr>
              <p:grpSpPr>
                <a:xfrm>
                  <a:off x="-371569" y="-307596"/>
                  <a:ext cx="13716950" cy="7072127"/>
                  <a:chOff x="-371569" y="-307596"/>
                  <a:chExt cx="13716950" cy="7072127"/>
                </a:xfrm>
              </p:grpSpPr>
              <p:grpSp>
                <p:nvGrpSpPr>
                  <p:cNvPr id="339" name="Graphic 7">
                    <a:extLst>
                      <a:ext uri="{FF2B5EF4-FFF2-40B4-BE49-F238E27FC236}">
                        <a16:creationId xmlns:a16="http://schemas.microsoft.com/office/drawing/2014/main" id="{C0EDEDA8-812A-2917-8C6D-C5E250E1B5AB}"/>
                      </a:ext>
                    </a:extLst>
                  </p:cNvPr>
                  <p:cNvGrpSpPr/>
                  <p:nvPr/>
                </p:nvGrpSpPr>
                <p:grpSpPr>
                  <a:xfrm>
                    <a:off x="-371569" y="-307596"/>
                    <a:ext cx="13716950" cy="7072127"/>
                    <a:chOff x="-371569" y="-307596"/>
                    <a:chExt cx="13716950" cy="7072127"/>
                  </a:xfrm>
                </p:grpSpPr>
                <p:grpSp>
                  <p:nvGrpSpPr>
                    <p:cNvPr id="340" name="Graphic 7">
                      <a:extLst>
                        <a:ext uri="{FF2B5EF4-FFF2-40B4-BE49-F238E27FC236}">
                          <a16:creationId xmlns:a16="http://schemas.microsoft.com/office/drawing/2014/main" id="{BE12E677-7622-8A28-19EA-12D5B65A3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13793" y="-307596"/>
                      <a:ext cx="12104596" cy="6941236"/>
                      <a:chOff x="1213793" y="-307596"/>
                      <a:chExt cx="12104596" cy="6941236"/>
                    </a:xfrm>
                  </p:grpSpPr>
                  <p:sp>
                    <p:nvSpPr>
                      <p:cNvPr id="341" name="Freeform: Shape 340">
                        <a:extLst>
                          <a:ext uri="{FF2B5EF4-FFF2-40B4-BE49-F238E27FC236}">
                            <a16:creationId xmlns:a16="http://schemas.microsoft.com/office/drawing/2014/main" id="{DE3F3D15-91A5-E1B9-06BE-23CC49528F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5237" y="1296361"/>
                        <a:ext cx="8947939" cy="1927499"/>
                      </a:xfrm>
                      <a:custGeom>
                        <a:avLst/>
                        <a:gdLst>
                          <a:gd name="connsiteX0" fmla="*/ 8939682 w 8947939"/>
                          <a:gd name="connsiteY0" fmla="*/ 1927500 h 1927499"/>
                          <a:gd name="connsiteX1" fmla="*/ 5350800 w 8947939"/>
                          <a:gd name="connsiteY1" fmla="*/ 1927500 h 1927499"/>
                          <a:gd name="connsiteX2" fmla="*/ 4422388 w 8947939"/>
                          <a:gd name="connsiteY2" fmla="*/ 999107 h 1927499"/>
                          <a:gd name="connsiteX3" fmla="*/ 2366370 w 8947939"/>
                          <a:gd name="connsiteY3" fmla="*/ 999107 h 1927499"/>
                          <a:gd name="connsiteX4" fmla="*/ 1383774 w 8947939"/>
                          <a:gd name="connsiteY4" fmla="*/ 16514 h 1927499"/>
                          <a:gd name="connsiteX5" fmla="*/ 8257 w 8947939"/>
                          <a:gd name="connsiteY5" fmla="*/ 16514 h 1927499"/>
                          <a:gd name="connsiteX6" fmla="*/ 0 w 8947939"/>
                          <a:gd name="connsiteY6" fmla="*/ 8257 h 1927499"/>
                          <a:gd name="connsiteX7" fmla="*/ 8257 w 8947939"/>
                          <a:gd name="connsiteY7" fmla="*/ 0 h 1927499"/>
                          <a:gd name="connsiteX8" fmla="*/ 1390611 w 8947939"/>
                          <a:gd name="connsiteY8" fmla="*/ 0 h 1927499"/>
                          <a:gd name="connsiteX9" fmla="*/ 2373206 w 8947939"/>
                          <a:gd name="connsiteY9" fmla="*/ 982592 h 1927499"/>
                          <a:gd name="connsiteX10" fmla="*/ 4429225 w 8947939"/>
                          <a:gd name="connsiteY10" fmla="*/ 982592 h 1927499"/>
                          <a:gd name="connsiteX11" fmla="*/ 5357637 w 8947939"/>
                          <a:gd name="connsiteY11" fmla="*/ 1910986 h 1927499"/>
                          <a:gd name="connsiteX12" fmla="*/ 8939682 w 8947939"/>
                          <a:gd name="connsiteY12" fmla="*/ 1910986 h 1927499"/>
                          <a:gd name="connsiteX13" fmla="*/ 8947939 w 8947939"/>
                          <a:gd name="connsiteY13" fmla="*/ 1919243 h 1927499"/>
                          <a:gd name="connsiteX14" fmla="*/ 8939682 w 8947939"/>
                          <a:gd name="connsiteY14" fmla="*/ 1927500 h 19274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8947939" h="1927499">
                            <a:moveTo>
                              <a:pt x="8939682" y="1927500"/>
                            </a:moveTo>
                            <a:lnTo>
                              <a:pt x="5350800" y="1927500"/>
                            </a:lnTo>
                            <a:lnTo>
                              <a:pt x="4422388" y="999107"/>
                            </a:lnTo>
                            <a:lnTo>
                              <a:pt x="2366370" y="999107"/>
                            </a:lnTo>
                            <a:lnTo>
                              <a:pt x="1383774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1390611" y="0"/>
                            </a:lnTo>
                            <a:lnTo>
                              <a:pt x="2373206" y="982592"/>
                            </a:lnTo>
                            <a:lnTo>
                              <a:pt x="4429225" y="982592"/>
                            </a:lnTo>
                            <a:lnTo>
                              <a:pt x="5357637" y="1910986"/>
                            </a:lnTo>
                            <a:lnTo>
                              <a:pt x="8939682" y="1910986"/>
                            </a:lnTo>
                            <a:cubicBezTo>
                              <a:pt x="8944240" y="1910986"/>
                              <a:pt x="8947939" y="1914685"/>
                              <a:pt x="8947939" y="1919243"/>
                            </a:cubicBezTo>
                            <a:cubicBezTo>
                              <a:pt x="8947939" y="1923801"/>
                              <a:pt x="8944240" y="1927500"/>
                              <a:pt x="8939682" y="1927500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2" name="Freeform: Shape 341">
                        <a:extLst>
                          <a:ext uri="{FF2B5EF4-FFF2-40B4-BE49-F238E27FC236}">
                            <a16:creationId xmlns:a16="http://schemas.microsoft.com/office/drawing/2014/main" id="{5DDFDAE4-CD18-2B29-B88A-A31C8EBE5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01880" y="-201741"/>
                        <a:ext cx="10782934" cy="2550219"/>
                      </a:xfrm>
                      <a:custGeom>
                        <a:avLst/>
                        <a:gdLst>
                          <a:gd name="connsiteX0" fmla="*/ 4096199 w 10782934"/>
                          <a:gd name="connsiteY0" fmla="*/ 2550220 h 2550219"/>
                          <a:gd name="connsiteX1" fmla="*/ 8257 w 10782934"/>
                          <a:gd name="connsiteY1" fmla="*/ 2550220 h 2550219"/>
                          <a:gd name="connsiteX2" fmla="*/ 0 w 10782934"/>
                          <a:gd name="connsiteY2" fmla="*/ 2541963 h 2550219"/>
                          <a:gd name="connsiteX3" fmla="*/ 8257 w 10782934"/>
                          <a:gd name="connsiteY3" fmla="*/ 2533706 h 2550219"/>
                          <a:gd name="connsiteX4" fmla="*/ 4089346 w 10782934"/>
                          <a:gd name="connsiteY4" fmla="*/ 2533706 h 2550219"/>
                          <a:gd name="connsiteX5" fmla="*/ 5257098 w 10782934"/>
                          <a:gd name="connsiteY5" fmla="*/ 1365989 h 2550219"/>
                          <a:gd name="connsiteX6" fmla="*/ 6762136 w 10782934"/>
                          <a:gd name="connsiteY6" fmla="*/ 1365989 h 2550219"/>
                          <a:gd name="connsiteX7" fmla="*/ 7630222 w 10782934"/>
                          <a:gd name="connsiteY7" fmla="*/ 2234073 h 2550219"/>
                          <a:gd name="connsiteX8" fmla="*/ 8537165 w 10782934"/>
                          <a:gd name="connsiteY8" fmla="*/ 2234073 h 2550219"/>
                          <a:gd name="connsiteX9" fmla="*/ 10768844 w 10782934"/>
                          <a:gd name="connsiteY9" fmla="*/ 2415 h 2550219"/>
                          <a:gd name="connsiteX10" fmla="*/ 10780520 w 10782934"/>
                          <a:gd name="connsiteY10" fmla="*/ 2415 h 2550219"/>
                          <a:gd name="connsiteX11" fmla="*/ 10780520 w 10782934"/>
                          <a:gd name="connsiteY11" fmla="*/ 14091 h 2550219"/>
                          <a:gd name="connsiteX12" fmla="*/ 8544001 w 10782934"/>
                          <a:gd name="connsiteY12" fmla="*/ 2250587 h 2550219"/>
                          <a:gd name="connsiteX13" fmla="*/ 7623385 w 10782934"/>
                          <a:gd name="connsiteY13" fmla="*/ 2250587 h 2550219"/>
                          <a:gd name="connsiteX14" fmla="*/ 6755300 w 10782934"/>
                          <a:gd name="connsiteY14" fmla="*/ 1382504 h 2550219"/>
                          <a:gd name="connsiteX15" fmla="*/ 5263935 w 10782934"/>
                          <a:gd name="connsiteY15" fmla="*/ 1382504 h 2550219"/>
                          <a:gd name="connsiteX16" fmla="*/ 4096199 w 10782934"/>
                          <a:gd name="connsiteY16" fmla="*/ 2550220 h 25502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10782934" h="2550219">
                            <a:moveTo>
                              <a:pt x="4096199" y="2550220"/>
                            </a:moveTo>
                            <a:lnTo>
                              <a:pt x="8257" y="2550220"/>
                            </a:lnTo>
                            <a:cubicBezTo>
                              <a:pt x="3699" y="2550220"/>
                              <a:pt x="0" y="2546520"/>
                              <a:pt x="0" y="2541963"/>
                            </a:cubicBezTo>
                            <a:cubicBezTo>
                              <a:pt x="0" y="2537405"/>
                              <a:pt x="3699" y="2533706"/>
                              <a:pt x="8257" y="2533706"/>
                            </a:cubicBezTo>
                            <a:lnTo>
                              <a:pt x="4089346" y="2533706"/>
                            </a:lnTo>
                            <a:lnTo>
                              <a:pt x="5257098" y="1365989"/>
                            </a:lnTo>
                            <a:lnTo>
                              <a:pt x="6762136" y="1365989"/>
                            </a:lnTo>
                            <a:lnTo>
                              <a:pt x="7630222" y="2234073"/>
                            </a:lnTo>
                            <a:lnTo>
                              <a:pt x="8537165" y="2234073"/>
                            </a:lnTo>
                            <a:lnTo>
                              <a:pt x="10768844" y="2415"/>
                            </a:lnTo>
                            <a:cubicBezTo>
                              <a:pt x="10772065" y="-805"/>
                              <a:pt x="10777300" y="-805"/>
                              <a:pt x="10780520" y="2415"/>
                            </a:cubicBezTo>
                            <a:cubicBezTo>
                              <a:pt x="10783740" y="5635"/>
                              <a:pt x="10783740" y="10870"/>
                              <a:pt x="10780520" y="14091"/>
                            </a:cubicBezTo>
                            <a:lnTo>
                              <a:pt x="8544001" y="2250587"/>
                            </a:lnTo>
                            <a:lnTo>
                              <a:pt x="7623385" y="2250587"/>
                            </a:lnTo>
                            <a:lnTo>
                              <a:pt x="6755300" y="1382504"/>
                            </a:lnTo>
                            <a:lnTo>
                              <a:pt x="5263935" y="1382504"/>
                            </a:lnTo>
                            <a:lnTo>
                              <a:pt x="4096199" y="2550220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3" name="Freeform: Shape 342">
                        <a:extLst>
                          <a:ext uri="{FF2B5EF4-FFF2-40B4-BE49-F238E27FC236}">
                            <a16:creationId xmlns:a16="http://schemas.microsoft.com/office/drawing/2014/main" id="{A2666A2C-467A-01E8-0829-4BAAAAFBB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83533" y="1593682"/>
                        <a:ext cx="10937900" cy="3394584"/>
                      </a:xfrm>
                      <a:custGeom>
                        <a:avLst/>
                        <a:gdLst>
                          <a:gd name="connsiteX0" fmla="*/ 10921386 w 10937900"/>
                          <a:gd name="connsiteY0" fmla="*/ 3394585 h 3394584"/>
                          <a:gd name="connsiteX1" fmla="*/ 7799426 w 10937900"/>
                          <a:gd name="connsiteY1" fmla="*/ 3394585 h 3394584"/>
                          <a:gd name="connsiteX2" fmla="*/ 5434593 w 10937900"/>
                          <a:gd name="connsiteY2" fmla="*/ 1029757 h 3394584"/>
                          <a:gd name="connsiteX3" fmla="*/ 3871606 w 10937900"/>
                          <a:gd name="connsiteY3" fmla="*/ 1029757 h 3394584"/>
                          <a:gd name="connsiteX4" fmla="*/ 2874891 w 10937900"/>
                          <a:gd name="connsiteY4" fmla="*/ 33028 h 3394584"/>
                          <a:gd name="connsiteX5" fmla="*/ 16514 w 10937900"/>
                          <a:gd name="connsiteY5" fmla="*/ 33028 h 3394584"/>
                          <a:gd name="connsiteX6" fmla="*/ 0 w 10937900"/>
                          <a:gd name="connsiteY6" fmla="*/ 16514 h 3394584"/>
                          <a:gd name="connsiteX7" fmla="*/ 16514 w 10937900"/>
                          <a:gd name="connsiteY7" fmla="*/ 0 h 3394584"/>
                          <a:gd name="connsiteX8" fmla="*/ 2888565 w 10937900"/>
                          <a:gd name="connsiteY8" fmla="*/ 0 h 3394584"/>
                          <a:gd name="connsiteX9" fmla="*/ 3885280 w 10937900"/>
                          <a:gd name="connsiteY9" fmla="*/ 996729 h 3394584"/>
                          <a:gd name="connsiteX10" fmla="*/ 5448266 w 10937900"/>
                          <a:gd name="connsiteY10" fmla="*/ 996729 h 3394584"/>
                          <a:gd name="connsiteX11" fmla="*/ 7813100 w 10937900"/>
                          <a:gd name="connsiteY11" fmla="*/ 3361556 h 3394584"/>
                          <a:gd name="connsiteX12" fmla="*/ 10921386 w 10937900"/>
                          <a:gd name="connsiteY12" fmla="*/ 3361556 h 3394584"/>
                          <a:gd name="connsiteX13" fmla="*/ 10937900 w 10937900"/>
                          <a:gd name="connsiteY13" fmla="*/ 3378070 h 3394584"/>
                          <a:gd name="connsiteX14" fmla="*/ 10921386 w 10937900"/>
                          <a:gd name="connsiteY14" fmla="*/ 3394585 h 33945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10937900" h="3394584">
                            <a:moveTo>
                              <a:pt x="10921386" y="3394585"/>
                            </a:moveTo>
                            <a:lnTo>
                              <a:pt x="7799426" y="3394585"/>
                            </a:lnTo>
                            <a:lnTo>
                              <a:pt x="5434593" y="1029757"/>
                            </a:lnTo>
                            <a:lnTo>
                              <a:pt x="3871606" y="1029757"/>
                            </a:lnTo>
                            <a:lnTo>
                              <a:pt x="2874891" y="33028"/>
                            </a:lnTo>
                            <a:lnTo>
                              <a:pt x="16514" y="33028"/>
                            </a:lnTo>
                            <a:cubicBezTo>
                              <a:pt x="7398" y="33028"/>
                              <a:pt x="0" y="25630"/>
                              <a:pt x="0" y="16514"/>
                            </a:cubicBezTo>
                            <a:cubicBezTo>
                              <a:pt x="0" y="7398"/>
                              <a:pt x="7398" y="0"/>
                              <a:pt x="16514" y="0"/>
                            </a:cubicBezTo>
                            <a:lnTo>
                              <a:pt x="2888565" y="0"/>
                            </a:lnTo>
                            <a:lnTo>
                              <a:pt x="3885280" y="996729"/>
                            </a:lnTo>
                            <a:lnTo>
                              <a:pt x="5448266" y="996729"/>
                            </a:lnTo>
                            <a:lnTo>
                              <a:pt x="7813100" y="3361556"/>
                            </a:lnTo>
                            <a:lnTo>
                              <a:pt x="10921386" y="3361556"/>
                            </a:lnTo>
                            <a:cubicBezTo>
                              <a:pt x="10930518" y="3361556"/>
                              <a:pt x="10937900" y="3368938"/>
                              <a:pt x="10937900" y="3378070"/>
                            </a:cubicBezTo>
                            <a:cubicBezTo>
                              <a:pt x="10937900" y="3387186"/>
                              <a:pt x="10930518" y="3394585"/>
                              <a:pt x="10921386" y="3394585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4" name="Freeform: Shape 343">
                        <a:extLst>
                          <a:ext uri="{FF2B5EF4-FFF2-40B4-BE49-F238E27FC236}">
                            <a16:creationId xmlns:a16="http://schemas.microsoft.com/office/drawing/2014/main" id="{F5964CB6-08E1-3EA8-181A-1A36EAE21B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19330" y="2609237"/>
                        <a:ext cx="10696429" cy="1901968"/>
                      </a:xfrm>
                      <a:custGeom>
                        <a:avLst/>
                        <a:gdLst>
                          <a:gd name="connsiteX0" fmla="*/ 7171788 w 10696429"/>
                          <a:gd name="connsiteY0" fmla="*/ 1901969 h 1901968"/>
                          <a:gd name="connsiteX1" fmla="*/ 4546244 w 10696429"/>
                          <a:gd name="connsiteY1" fmla="*/ 1901969 h 1901968"/>
                          <a:gd name="connsiteX2" fmla="*/ 2660785 w 10696429"/>
                          <a:gd name="connsiteY2" fmla="*/ 16514 h 1901968"/>
                          <a:gd name="connsiteX3" fmla="*/ 8257 w 10696429"/>
                          <a:gd name="connsiteY3" fmla="*/ 16514 h 1901968"/>
                          <a:gd name="connsiteX4" fmla="*/ 0 w 10696429"/>
                          <a:gd name="connsiteY4" fmla="*/ 8257 h 1901968"/>
                          <a:gd name="connsiteX5" fmla="*/ 8257 w 10696429"/>
                          <a:gd name="connsiteY5" fmla="*/ 0 h 1901968"/>
                          <a:gd name="connsiteX6" fmla="*/ 2667622 w 10696429"/>
                          <a:gd name="connsiteY6" fmla="*/ 0 h 1901968"/>
                          <a:gd name="connsiteX7" fmla="*/ 4553081 w 10696429"/>
                          <a:gd name="connsiteY7" fmla="*/ 1885455 h 1901968"/>
                          <a:gd name="connsiteX8" fmla="*/ 7164951 w 10696429"/>
                          <a:gd name="connsiteY8" fmla="*/ 1885455 h 1901968"/>
                          <a:gd name="connsiteX9" fmla="*/ 8997697 w 10696429"/>
                          <a:gd name="connsiteY9" fmla="*/ 52713 h 1901968"/>
                          <a:gd name="connsiteX10" fmla="*/ 10688173 w 10696429"/>
                          <a:gd name="connsiteY10" fmla="*/ 52713 h 1901968"/>
                          <a:gd name="connsiteX11" fmla="*/ 10696430 w 10696429"/>
                          <a:gd name="connsiteY11" fmla="*/ 60970 h 1901968"/>
                          <a:gd name="connsiteX12" fmla="*/ 10688173 w 10696429"/>
                          <a:gd name="connsiteY12" fmla="*/ 69227 h 1901968"/>
                          <a:gd name="connsiteX13" fmla="*/ 9004550 w 10696429"/>
                          <a:gd name="connsiteY13" fmla="*/ 69227 h 1901968"/>
                          <a:gd name="connsiteX14" fmla="*/ 7171788 w 10696429"/>
                          <a:gd name="connsiteY14" fmla="*/ 1901969 h 19019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10696429" h="1901968">
                            <a:moveTo>
                              <a:pt x="7171788" y="1901969"/>
                            </a:moveTo>
                            <a:lnTo>
                              <a:pt x="4546244" y="1901969"/>
                            </a:lnTo>
                            <a:lnTo>
                              <a:pt x="2660785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2667622" y="0"/>
                            </a:lnTo>
                            <a:lnTo>
                              <a:pt x="4553081" y="1885455"/>
                            </a:lnTo>
                            <a:lnTo>
                              <a:pt x="7164951" y="1885455"/>
                            </a:lnTo>
                            <a:lnTo>
                              <a:pt x="8997697" y="52713"/>
                            </a:lnTo>
                            <a:lnTo>
                              <a:pt x="10688173" y="52713"/>
                            </a:lnTo>
                            <a:cubicBezTo>
                              <a:pt x="10692730" y="52713"/>
                              <a:pt x="10696430" y="56412"/>
                              <a:pt x="10696430" y="60970"/>
                            </a:cubicBezTo>
                            <a:cubicBezTo>
                              <a:pt x="10696430" y="65528"/>
                              <a:pt x="10692730" y="69227"/>
                              <a:pt x="10688173" y="69227"/>
                            </a:cubicBezTo>
                            <a:lnTo>
                              <a:pt x="9004550" y="69227"/>
                            </a:lnTo>
                            <a:lnTo>
                              <a:pt x="7171788" y="1901969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5" name="Freeform: Shape 344">
                        <a:extLst>
                          <a:ext uri="{FF2B5EF4-FFF2-40B4-BE49-F238E27FC236}">
                            <a16:creationId xmlns:a16="http://schemas.microsoft.com/office/drawing/2014/main" id="{22D50E73-6E02-871A-F05F-2780CDB1B5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2098" y="-243571"/>
                        <a:ext cx="8145617" cy="2239043"/>
                      </a:xfrm>
                      <a:custGeom>
                        <a:avLst/>
                        <a:gdLst>
                          <a:gd name="connsiteX0" fmla="*/ 999770 w 8145617"/>
                          <a:gd name="connsiteY0" fmla="*/ 2239043 h 2239043"/>
                          <a:gd name="connsiteX1" fmla="*/ 8257 w 8145617"/>
                          <a:gd name="connsiteY1" fmla="*/ 2239043 h 2239043"/>
                          <a:gd name="connsiteX2" fmla="*/ 0 w 8145617"/>
                          <a:gd name="connsiteY2" fmla="*/ 2230786 h 2239043"/>
                          <a:gd name="connsiteX3" fmla="*/ 8257 w 8145617"/>
                          <a:gd name="connsiteY3" fmla="*/ 2222529 h 2239043"/>
                          <a:gd name="connsiteX4" fmla="*/ 992933 w 8145617"/>
                          <a:gd name="connsiteY4" fmla="*/ 2222529 h 2239043"/>
                          <a:gd name="connsiteX5" fmla="*/ 2033328 w 8145617"/>
                          <a:gd name="connsiteY5" fmla="*/ 1182137 h 2239043"/>
                          <a:gd name="connsiteX6" fmla="*/ 3796169 w 8145617"/>
                          <a:gd name="connsiteY6" fmla="*/ 1182137 h 2239043"/>
                          <a:gd name="connsiteX7" fmla="*/ 4514537 w 8145617"/>
                          <a:gd name="connsiteY7" fmla="*/ 1900503 h 2239043"/>
                          <a:gd name="connsiteX8" fmla="*/ 6233451 w 8145617"/>
                          <a:gd name="connsiteY8" fmla="*/ 1900503 h 2239043"/>
                          <a:gd name="connsiteX9" fmla="*/ 8131527 w 8145617"/>
                          <a:gd name="connsiteY9" fmla="*/ 2415 h 2239043"/>
                          <a:gd name="connsiteX10" fmla="*/ 8143203 w 8145617"/>
                          <a:gd name="connsiteY10" fmla="*/ 2415 h 2239043"/>
                          <a:gd name="connsiteX11" fmla="*/ 8143203 w 8145617"/>
                          <a:gd name="connsiteY11" fmla="*/ 14091 h 2239043"/>
                          <a:gd name="connsiteX12" fmla="*/ 6240288 w 8145617"/>
                          <a:gd name="connsiteY12" fmla="*/ 1917017 h 2239043"/>
                          <a:gd name="connsiteX13" fmla="*/ 4507716 w 8145617"/>
                          <a:gd name="connsiteY13" fmla="*/ 1917017 h 2239043"/>
                          <a:gd name="connsiteX14" fmla="*/ 3789349 w 8145617"/>
                          <a:gd name="connsiteY14" fmla="*/ 1198651 h 2239043"/>
                          <a:gd name="connsiteX15" fmla="*/ 2040165 w 8145617"/>
                          <a:gd name="connsiteY15" fmla="*/ 1198651 h 2239043"/>
                          <a:gd name="connsiteX16" fmla="*/ 999770 w 8145617"/>
                          <a:gd name="connsiteY16" fmla="*/ 2239043 h 22390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8145617" h="2239043">
                            <a:moveTo>
                              <a:pt x="999770" y="2239043"/>
                            </a:moveTo>
                            <a:lnTo>
                              <a:pt x="8257" y="2239043"/>
                            </a:lnTo>
                            <a:cubicBezTo>
                              <a:pt x="3699" y="2239043"/>
                              <a:pt x="0" y="2235344"/>
                              <a:pt x="0" y="2230786"/>
                            </a:cubicBezTo>
                            <a:cubicBezTo>
                              <a:pt x="0" y="2226228"/>
                              <a:pt x="3699" y="2222529"/>
                              <a:pt x="8257" y="2222529"/>
                            </a:cubicBezTo>
                            <a:lnTo>
                              <a:pt x="992933" y="2222529"/>
                            </a:lnTo>
                            <a:lnTo>
                              <a:pt x="2033328" y="1182137"/>
                            </a:lnTo>
                            <a:lnTo>
                              <a:pt x="3796169" y="1182137"/>
                            </a:lnTo>
                            <a:lnTo>
                              <a:pt x="4514537" y="1900503"/>
                            </a:lnTo>
                            <a:lnTo>
                              <a:pt x="6233451" y="1900503"/>
                            </a:lnTo>
                            <a:lnTo>
                              <a:pt x="8131527" y="2415"/>
                            </a:lnTo>
                            <a:cubicBezTo>
                              <a:pt x="8134747" y="-805"/>
                              <a:pt x="8139982" y="-805"/>
                              <a:pt x="8143203" y="2415"/>
                            </a:cubicBezTo>
                            <a:cubicBezTo>
                              <a:pt x="8146422" y="5635"/>
                              <a:pt x="8146422" y="10870"/>
                              <a:pt x="8143203" y="14091"/>
                            </a:cubicBezTo>
                            <a:lnTo>
                              <a:pt x="6240288" y="1917017"/>
                            </a:lnTo>
                            <a:lnTo>
                              <a:pt x="4507716" y="1917017"/>
                            </a:lnTo>
                            <a:lnTo>
                              <a:pt x="3789349" y="1198651"/>
                            </a:lnTo>
                            <a:lnTo>
                              <a:pt x="2040165" y="1198651"/>
                            </a:lnTo>
                            <a:lnTo>
                              <a:pt x="999770" y="2239043"/>
                            </a:ln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6" name="Freeform: Shape 345">
                        <a:extLst>
                          <a:ext uri="{FF2B5EF4-FFF2-40B4-BE49-F238E27FC236}">
                            <a16:creationId xmlns:a16="http://schemas.microsoft.com/office/drawing/2014/main" id="{892F5C2A-0FC8-755B-39AC-770424185F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3793" y="2834407"/>
                        <a:ext cx="11499383" cy="2623109"/>
                      </a:xfrm>
                      <a:custGeom>
                        <a:avLst/>
                        <a:gdLst>
                          <a:gd name="connsiteX0" fmla="*/ 8830258 w 11499383"/>
                          <a:gd name="connsiteY0" fmla="*/ 2623109 h 2623109"/>
                          <a:gd name="connsiteX1" fmla="*/ 7618332 w 11499383"/>
                          <a:gd name="connsiteY1" fmla="*/ 2623109 h 2623109"/>
                          <a:gd name="connsiteX2" fmla="*/ 5609346 w 11499383"/>
                          <a:gd name="connsiteY2" fmla="*/ 614112 h 2623109"/>
                          <a:gd name="connsiteX3" fmla="*/ 3079552 w 11499383"/>
                          <a:gd name="connsiteY3" fmla="*/ 614112 h 2623109"/>
                          <a:gd name="connsiteX4" fmla="*/ 2481953 w 11499383"/>
                          <a:gd name="connsiteY4" fmla="*/ 16514 h 2623109"/>
                          <a:gd name="connsiteX5" fmla="*/ 8257 w 11499383"/>
                          <a:gd name="connsiteY5" fmla="*/ 16514 h 2623109"/>
                          <a:gd name="connsiteX6" fmla="*/ 0 w 11499383"/>
                          <a:gd name="connsiteY6" fmla="*/ 8257 h 2623109"/>
                          <a:gd name="connsiteX7" fmla="*/ 8257 w 11499383"/>
                          <a:gd name="connsiteY7" fmla="*/ 0 h 2623109"/>
                          <a:gd name="connsiteX8" fmla="*/ 2488806 w 11499383"/>
                          <a:gd name="connsiteY8" fmla="*/ 0 h 2623109"/>
                          <a:gd name="connsiteX9" fmla="*/ 3086405 w 11499383"/>
                          <a:gd name="connsiteY9" fmla="*/ 597598 h 2623109"/>
                          <a:gd name="connsiteX10" fmla="*/ 5616183 w 11499383"/>
                          <a:gd name="connsiteY10" fmla="*/ 597598 h 2623109"/>
                          <a:gd name="connsiteX11" fmla="*/ 7625169 w 11499383"/>
                          <a:gd name="connsiteY11" fmla="*/ 2606579 h 2623109"/>
                          <a:gd name="connsiteX12" fmla="*/ 8823423 w 11499383"/>
                          <a:gd name="connsiteY12" fmla="*/ 2606579 h 2623109"/>
                          <a:gd name="connsiteX13" fmla="*/ 10078287 w 11499383"/>
                          <a:gd name="connsiteY13" fmla="*/ 1351717 h 2623109"/>
                          <a:gd name="connsiteX14" fmla="*/ 11491126 w 11499383"/>
                          <a:gd name="connsiteY14" fmla="*/ 1351717 h 2623109"/>
                          <a:gd name="connsiteX15" fmla="*/ 11499383 w 11499383"/>
                          <a:gd name="connsiteY15" fmla="*/ 1359974 h 2623109"/>
                          <a:gd name="connsiteX16" fmla="*/ 11491126 w 11499383"/>
                          <a:gd name="connsiteY16" fmla="*/ 1368231 h 2623109"/>
                          <a:gd name="connsiteX17" fmla="*/ 10085123 w 11499383"/>
                          <a:gd name="connsiteY17" fmla="*/ 1368231 h 2623109"/>
                          <a:gd name="connsiteX18" fmla="*/ 8830258 w 11499383"/>
                          <a:gd name="connsiteY18" fmla="*/ 2623109 h 26231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</a:cxnLst>
                        <a:rect l="l" t="t" r="r" b="b"/>
                        <a:pathLst>
                          <a:path w="11499383" h="2623109">
                            <a:moveTo>
                              <a:pt x="8830258" y="2623109"/>
                            </a:moveTo>
                            <a:lnTo>
                              <a:pt x="7618332" y="2623109"/>
                            </a:lnTo>
                            <a:lnTo>
                              <a:pt x="5609346" y="614112"/>
                            </a:lnTo>
                            <a:lnTo>
                              <a:pt x="3079552" y="614112"/>
                            </a:lnTo>
                            <a:lnTo>
                              <a:pt x="2481953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2488806" y="0"/>
                            </a:lnTo>
                            <a:lnTo>
                              <a:pt x="3086405" y="597598"/>
                            </a:lnTo>
                            <a:lnTo>
                              <a:pt x="5616183" y="597598"/>
                            </a:lnTo>
                            <a:lnTo>
                              <a:pt x="7625169" y="2606579"/>
                            </a:lnTo>
                            <a:lnTo>
                              <a:pt x="8823423" y="2606579"/>
                            </a:lnTo>
                            <a:lnTo>
                              <a:pt x="10078287" y="1351717"/>
                            </a:lnTo>
                            <a:lnTo>
                              <a:pt x="11491126" y="1351717"/>
                            </a:lnTo>
                            <a:cubicBezTo>
                              <a:pt x="11495684" y="1351717"/>
                              <a:pt x="11499383" y="1355416"/>
                              <a:pt x="11499383" y="1359974"/>
                            </a:cubicBezTo>
                            <a:cubicBezTo>
                              <a:pt x="11499383" y="1364532"/>
                              <a:pt x="11495684" y="1368231"/>
                              <a:pt x="11491126" y="1368231"/>
                            </a:cubicBezTo>
                            <a:lnTo>
                              <a:pt x="10085123" y="1368231"/>
                            </a:lnTo>
                            <a:lnTo>
                              <a:pt x="8830258" y="2623109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7" name="Freeform: Shape 346">
                        <a:extLst>
                          <a:ext uri="{FF2B5EF4-FFF2-40B4-BE49-F238E27FC236}">
                            <a16:creationId xmlns:a16="http://schemas.microsoft.com/office/drawing/2014/main" id="{CB3D09F1-8371-B704-79C3-4832D99970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77146" y="-307596"/>
                        <a:ext cx="5443480" cy="1331474"/>
                      </a:xfrm>
                      <a:custGeom>
                        <a:avLst/>
                        <a:gdLst>
                          <a:gd name="connsiteX0" fmla="*/ 1316958 w 5443480"/>
                          <a:gd name="connsiteY0" fmla="*/ 1331475 h 1331474"/>
                          <a:gd name="connsiteX1" fmla="*/ 16514 w 5443480"/>
                          <a:gd name="connsiteY1" fmla="*/ 1331475 h 1331474"/>
                          <a:gd name="connsiteX2" fmla="*/ 0 w 5443480"/>
                          <a:gd name="connsiteY2" fmla="*/ 1314961 h 1331474"/>
                          <a:gd name="connsiteX3" fmla="*/ 16514 w 5443480"/>
                          <a:gd name="connsiteY3" fmla="*/ 1298446 h 1331474"/>
                          <a:gd name="connsiteX4" fmla="*/ 1303284 w 5443480"/>
                          <a:gd name="connsiteY4" fmla="*/ 1298446 h 1331474"/>
                          <a:gd name="connsiteX5" fmla="*/ 2040907 w 5443480"/>
                          <a:gd name="connsiteY5" fmla="*/ 560809 h 1331474"/>
                          <a:gd name="connsiteX6" fmla="*/ 4859337 w 5443480"/>
                          <a:gd name="connsiteY6" fmla="*/ 560809 h 1331474"/>
                          <a:gd name="connsiteX7" fmla="*/ 5415287 w 5443480"/>
                          <a:gd name="connsiteY7" fmla="*/ 4843 h 1331474"/>
                          <a:gd name="connsiteX8" fmla="*/ 5438638 w 5443480"/>
                          <a:gd name="connsiteY8" fmla="*/ 4843 h 1331474"/>
                          <a:gd name="connsiteX9" fmla="*/ 5438638 w 5443480"/>
                          <a:gd name="connsiteY9" fmla="*/ 28194 h 1331474"/>
                          <a:gd name="connsiteX10" fmla="*/ 4873010 w 5443480"/>
                          <a:gd name="connsiteY10" fmla="*/ 593820 h 1331474"/>
                          <a:gd name="connsiteX11" fmla="*/ 2054581 w 5443480"/>
                          <a:gd name="connsiteY11" fmla="*/ 593820 h 1331474"/>
                          <a:gd name="connsiteX12" fmla="*/ 1316958 w 5443480"/>
                          <a:gd name="connsiteY12" fmla="*/ 1331475 h 13314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5443480" h="1331474">
                            <a:moveTo>
                              <a:pt x="1316958" y="1331475"/>
                            </a:moveTo>
                            <a:lnTo>
                              <a:pt x="16514" y="1331475"/>
                            </a:lnTo>
                            <a:cubicBezTo>
                              <a:pt x="7398" y="1331475"/>
                              <a:pt x="0" y="1324076"/>
                              <a:pt x="0" y="1314961"/>
                            </a:cubicBezTo>
                            <a:cubicBezTo>
                              <a:pt x="0" y="1305845"/>
                              <a:pt x="7398" y="1298446"/>
                              <a:pt x="16514" y="1298446"/>
                            </a:cubicBezTo>
                            <a:lnTo>
                              <a:pt x="1303284" y="1298446"/>
                            </a:lnTo>
                            <a:lnTo>
                              <a:pt x="2040907" y="560809"/>
                            </a:lnTo>
                            <a:lnTo>
                              <a:pt x="4859337" y="560809"/>
                            </a:lnTo>
                            <a:lnTo>
                              <a:pt x="5415287" y="4843"/>
                            </a:lnTo>
                            <a:cubicBezTo>
                              <a:pt x="5421744" y="-1614"/>
                              <a:pt x="5432182" y="-1614"/>
                              <a:pt x="5438638" y="4843"/>
                            </a:cubicBezTo>
                            <a:cubicBezTo>
                              <a:pt x="5445095" y="11300"/>
                              <a:pt x="5445095" y="21737"/>
                              <a:pt x="5438638" y="28194"/>
                            </a:cubicBezTo>
                            <a:lnTo>
                              <a:pt x="4873010" y="593820"/>
                            </a:lnTo>
                            <a:lnTo>
                              <a:pt x="2054581" y="593820"/>
                            </a:lnTo>
                            <a:lnTo>
                              <a:pt x="1316958" y="1331475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348" name="Freeform: Shape 347">
                      <a:extLst>
                        <a:ext uri="{FF2B5EF4-FFF2-40B4-BE49-F238E27FC236}">
                          <a16:creationId xmlns:a16="http://schemas.microsoft.com/office/drawing/2014/main" id="{ABB89A3E-21B3-4222-2F0B-9F1F5F592A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36702" y="2989640"/>
                      <a:ext cx="5920361" cy="921523"/>
                    </a:xfrm>
                    <a:custGeom>
                      <a:avLst/>
                      <a:gdLst>
                        <a:gd name="connsiteX0" fmla="*/ 16518 w 5920361"/>
                        <a:gd name="connsiteY0" fmla="*/ 921523 h 921523"/>
                        <a:gd name="connsiteX1" fmla="*/ 4843 w 5920361"/>
                        <a:gd name="connsiteY1" fmla="*/ 916685 h 921523"/>
                        <a:gd name="connsiteX2" fmla="*/ 4843 w 5920361"/>
                        <a:gd name="connsiteY2" fmla="*/ 893333 h 921523"/>
                        <a:gd name="connsiteX3" fmla="*/ 898179 w 5920361"/>
                        <a:gd name="connsiteY3" fmla="*/ 0 h 921523"/>
                        <a:gd name="connsiteX4" fmla="*/ 3718490 w 5920361"/>
                        <a:gd name="connsiteY4" fmla="*/ 0 h 921523"/>
                        <a:gd name="connsiteX5" fmla="*/ 4495963 w 5920361"/>
                        <a:gd name="connsiteY5" fmla="*/ 777454 h 921523"/>
                        <a:gd name="connsiteX6" fmla="*/ 5903848 w 5920361"/>
                        <a:gd name="connsiteY6" fmla="*/ 777454 h 921523"/>
                        <a:gd name="connsiteX7" fmla="*/ 5920362 w 5920361"/>
                        <a:gd name="connsiteY7" fmla="*/ 793968 h 921523"/>
                        <a:gd name="connsiteX8" fmla="*/ 5903848 w 5920361"/>
                        <a:gd name="connsiteY8" fmla="*/ 810482 h 921523"/>
                        <a:gd name="connsiteX9" fmla="*/ 4482272 w 5920361"/>
                        <a:gd name="connsiteY9" fmla="*/ 810482 h 921523"/>
                        <a:gd name="connsiteX10" fmla="*/ 3704800 w 5920361"/>
                        <a:gd name="connsiteY10" fmla="*/ 33028 h 921523"/>
                        <a:gd name="connsiteX11" fmla="*/ 911852 w 5920361"/>
                        <a:gd name="connsiteY11" fmla="*/ 33028 h 921523"/>
                        <a:gd name="connsiteX12" fmla="*/ 28194 w 5920361"/>
                        <a:gd name="connsiteY12" fmla="*/ 916685 h 921523"/>
                        <a:gd name="connsiteX13" fmla="*/ 16518 w 5920361"/>
                        <a:gd name="connsiteY13" fmla="*/ 921523 h 9215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5920361" h="921523">
                          <a:moveTo>
                            <a:pt x="16518" y="921523"/>
                          </a:moveTo>
                          <a:cubicBezTo>
                            <a:pt x="12291" y="921523"/>
                            <a:pt x="8063" y="919905"/>
                            <a:pt x="4843" y="916685"/>
                          </a:cubicBezTo>
                          <a:cubicBezTo>
                            <a:pt x="-1614" y="910227"/>
                            <a:pt x="-1614" y="899790"/>
                            <a:pt x="4843" y="893333"/>
                          </a:cubicBezTo>
                          <a:lnTo>
                            <a:pt x="898179" y="0"/>
                          </a:lnTo>
                          <a:lnTo>
                            <a:pt x="3718490" y="0"/>
                          </a:lnTo>
                          <a:lnTo>
                            <a:pt x="4495963" y="777454"/>
                          </a:lnTo>
                          <a:lnTo>
                            <a:pt x="5903848" y="777454"/>
                          </a:lnTo>
                          <a:cubicBezTo>
                            <a:pt x="5912964" y="777454"/>
                            <a:pt x="5920362" y="784852"/>
                            <a:pt x="5920362" y="793968"/>
                          </a:cubicBezTo>
                          <a:cubicBezTo>
                            <a:pt x="5920362" y="803083"/>
                            <a:pt x="5912964" y="810482"/>
                            <a:pt x="5903848" y="810482"/>
                          </a:cubicBezTo>
                          <a:lnTo>
                            <a:pt x="4482272" y="810482"/>
                          </a:lnTo>
                          <a:lnTo>
                            <a:pt x="3704800" y="33028"/>
                          </a:lnTo>
                          <a:lnTo>
                            <a:pt x="911852" y="33028"/>
                          </a:lnTo>
                          <a:lnTo>
                            <a:pt x="28194" y="916685"/>
                          </a:lnTo>
                          <a:cubicBezTo>
                            <a:pt x="24974" y="919921"/>
                            <a:pt x="20746" y="921523"/>
                            <a:pt x="16518" y="921523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49" name="Freeform: Shape 348">
                      <a:extLst>
                        <a:ext uri="{FF2B5EF4-FFF2-40B4-BE49-F238E27FC236}">
                          <a16:creationId xmlns:a16="http://schemas.microsoft.com/office/drawing/2014/main" id="{FDE2BB8C-BD38-E615-818D-82D65510AA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28440" y="626167"/>
                      <a:ext cx="3514766" cy="686708"/>
                    </a:xfrm>
                    <a:custGeom>
                      <a:avLst/>
                      <a:gdLst>
                        <a:gd name="connsiteX0" fmla="*/ 3506510 w 3514766"/>
                        <a:gd name="connsiteY0" fmla="*/ 686708 h 686708"/>
                        <a:gd name="connsiteX1" fmla="*/ 2289298 w 3514766"/>
                        <a:gd name="connsiteY1" fmla="*/ 686708 h 686708"/>
                        <a:gd name="connsiteX2" fmla="*/ 1619102 w 3514766"/>
                        <a:gd name="connsiteY2" fmla="*/ 16514 h 686708"/>
                        <a:gd name="connsiteX3" fmla="*/ 8257 w 3514766"/>
                        <a:gd name="connsiteY3" fmla="*/ 16514 h 686708"/>
                        <a:gd name="connsiteX4" fmla="*/ 0 w 3514766"/>
                        <a:gd name="connsiteY4" fmla="*/ 8257 h 686708"/>
                        <a:gd name="connsiteX5" fmla="*/ 8257 w 3514766"/>
                        <a:gd name="connsiteY5" fmla="*/ 0 h 686708"/>
                        <a:gd name="connsiteX6" fmla="*/ 1625939 w 3514766"/>
                        <a:gd name="connsiteY6" fmla="*/ 0 h 686708"/>
                        <a:gd name="connsiteX7" fmla="*/ 2296135 w 3514766"/>
                        <a:gd name="connsiteY7" fmla="*/ 670194 h 686708"/>
                        <a:gd name="connsiteX8" fmla="*/ 3506510 w 3514766"/>
                        <a:gd name="connsiteY8" fmla="*/ 670194 h 686708"/>
                        <a:gd name="connsiteX9" fmla="*/ 3514767 w 3514766"/>
                        <a:gd name="connsiteY9" fmla="*/ 678451 h 686708"/>
                        <a:gd name="connsiteX10" fmla="*/ 3506510 w 3514766"/>
                        <a:gd name="connsiteY10" fmla="*/ 686708 h 6867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514766" h="686708">
                          <a:moveTo>
                            <a:pt x="3506510" y="686708"/>
                          </a:moveTo>
                          <a:lnTo>
                            <a:pt x="2289298" y="686708"/>
                          </a:lnTo>
                          <a:lnTo>
                            <a:pt x="1619102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1625939" y="0"/>
                          </a:lnTo>
                          <a:lnTo>
                            <a:pt x="2296135" y="670194"/>
                          </a:lnTo>
                          <a:lnTo>
                            <a:pt x="3506510" y="670194"/>
                          </a:lnTo>
                          <a:cubicBezTo>
                            <a:pt x="3511068" y="670194"/>
                            <a:pt x="3514767" y="673893"/>
                            <a:pt x="3514767" y="678451"/>
                          </a:cubicBezTo>
                          <a:cubicBezTo>
                            <a:pt x="3514767" y="683009"/>
                            <a:pt x="3511068" y="686708"/>
                            <a:pt x="3506510" y="68670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0" name="Freeform: Shape 349">
                      <a:extLst>
                        <a:ext uri="{FF2B5EF4-FFF2-40B4-BE49-F238E27FC236}">
                          <a16:creationId xmlns:a16="http://schemas.microsoft.com/office/drawing/2014/main" id="{90A3CA83-9569-A919-59E1-EFC88EA37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71569" y="1105077"/>
                      <a:ext cx="2873487" cy="890393"/>
                    </a:xfrm>
                    <a:custGeom>
                      <a:avLst/>
                      <a:gdLst>
                        <a:gd name="connsiteX0" fmla="*/ 2865231 w 2873487"/>
                        <a:gd name="connsiteY0" fmla="*/ 890394 h 890393"/>
                        <a:gd name="connsiteX1" fmla="*/ 1970029 w 2873487"/>
                        <a:gd name="connsiteY1" fmla="*/ 890394 h 890393"/>
                        <a:gd name="connsiteX2" fmla="*/ 1096147 w 2873487"/>
                        <a:gd name="connsiteY2" fmla="*/ 16514 h 890393"/>
                        <a:gd name="connsiteX3" fmla="*/ 8257 w 2873487"/>
                        <a:gd name="connsiteY3" fmla="*/ 16514 h 890393"/>
                        <a:gd name="connsiteX4" fmla="*/ 0 w 2873487"/>
                        <a:gd name="connsiteY4" fmla="*/ 8257 h 890393"/>
                        <a:gd name="connsiteX5" fmla="*/ 8257 w 2873487"/>
                        <a:gd name="connsiteY5" fmla="*/ 0 h 890393"/>
                        <a:gd name="connsiteX6" fmla="*/ 1102984 w 2873487"/>
                        <a:gd name="connsiteY6" fmla="*/ 0 h 890393"/>
                        <a:gd name="connsiteX7" fmla="*/ 1976866 w 2873487"/>
                        <a:gd name="connsiteY7" fmla="*/ 873880 h 890393"/>
                        <a:gd name="connsiteX8" fmla="*/ 2865231 w 2873487"/>
                        <a:gd name="connsiteY8" fmla="*/ 873880 h 890393"/>
                        <a:gd name="connsiteX9" fmla="*/ 2873488 w 2873487"/>
                        <a:gd name="connsiteY9" fmla="*/ 882137 h 890393"/>
                        <a:gd name="connsiteX10" fmla="*/ 2865231 w 2873487"/>
                        <a:gd name="connsiteY10" fmla="*/ 890394 h 8903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73487" h="890393">
                          <a:moveTo>
                            <a:pt x="2865231" y="890394"/>
                          </a:moveTo>
                          <a:lnTo>
                            <a:pt x="1970029" y="890394"/>
                          </a:lnTo>
                          <a:lnTo>
                            <a:pt x="1096147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1102984" y="0"/>
                          </a:lnTo>
                          <a:lnTo>
                            <a:pt x="1976866" y="873880"/>
                          </a:lnTo>
                          <a:lnTo>
                            <a:pt x="2865231" y="873880"/>
                          </a:lnTo>
                          <a:cubicBezTo>
                            <a:pt x="2869788" y="873880"/>
                            <a:pt x="2873488" y="877579"/>
                            <a:pt x="2873488" y="882137"/>
                          </a:cubicBezTo>
                          <a:cubicBezTo>
                            <a:pt x="2873488" y="886695"/>
                            <a:pt x="2869788" y="890394"/>
                            <a:pt x="2865231" y="890394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1" name="Freeform: Shape 350">
                      <a:extLst>
                        <a:ext uri="{FF2B5EF4-FFF2-40B4-BE49-F238E27FC236}">
                          <a16:creationId xmlns:a16="http://schemas.microsoft.com/office/drawing/2014/main" id="{033AE8B7-C7BB-C19B-0CCC-6A0804C39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71569" y="1562916"/>
                      <a:ext cx="1699084" cy="784075"/>
                    </a:xfrm>
                    <a:custGeom>
                      <a:avLst/>
                      <a:gdLst>
                        <a:gd name="connsiteX0" fmla="*/ 1690840 w 1699084"/>
                        <a:gd name="connsiteY0" fmla="*/ 784076 h 784075"/>
                        <a:gd name="connsiteX1" fmla="*/ 1684993 w 1699084"/>
                        <a:gd name="connsiteY1" fmla="*/ 781665 h 784075"/>
                        <a:gd name="connsiteX2" fmla="*/ 919858 w 1699084"/>
                        <a:gd name="connsiteY2" fmla="*/ 16514 h 784075"/>
                        <a:gd name="connsiteX3" fmla="*/ 8257 w 1699084"/>
                        <a:gd name="connsiteY3" fmla="*/ 16514 h 784075"/>
                        <a:gd name="connsiteX4" fmla="*/ 0 w 1699084"/>
                        <a:gd name="connsiteY4" fmla="*/ 8257 h 784075"/>
                        <a:gd name="connsiteX5" fmla="*/ 8257 w 1699084"/>
                        <a:gd name="connsiteY5" fmla="*/ 0 h 784075"/>
                        <a:gd name="connsiteX6" fmla="*/ 926694 w 1699084"/>
                        <a:gd name="connsiteY6" fmla="*/ 0 h 784075"/>
                        <a:gd name="connsiteX7" fmla="*/ 1696669 w 1699084"/>
                        <a:gd name="connsiteY7" fmla="*/ 769973 h 784075"/>
                        <a:gd name="connsiteX8" fmla="*/ 1696669 w 1699084"/>
                        <a:gd name="connsiteY8" fmla="*/ 781648 h 784075"/>
                        <a:gd name="connsiteX9" fmla="*/ 1690840 w 1699084"/>
                        <a:gd name="connsiteY9" fmla="*/ 784076 h 784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699084" h="784075">
                          <a:moveTo>
                            <a:pt x="1690840" y="784076"/>
                          </a:moveTo>
                          <a:cubicBezTo>
                            <a:pt x="1688726" y="784076"/>
                            <a:pt x="1686612" y="783267"/>
                            <a:pt x="1684993" y="781665"/>
                          </a:cubicBezTo>
                          <a:lnTo>
                            <a:pt x="919858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926694" y="0"/>
                          </a:lnTo>
                          <a:lnTo>
                            <a:pt x="1696669" y="769973"/>
                          </a:lnTo>
                          <a:cubicBezTo>
                            <a:pt x="1699889" y="773193"/>
                            <a:pt x="1699889" y="778428"/>
                            <a:pt x="1696669" y="781648"/>
                          </a:cubicBezTo>
                          <a:cubicBezTo>
                            <a:pt x="1695067" y="783267"/>
                            <a:pt x="1692953" y="784076"/>
                            <a:pt x="1690840" y="784076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2" name="Freeform: Shape 351">
                      <a:extLst>
                        <a:ext uri="{FF2B5EF4-FFF2-40B4-BE49-F238E27FC236}">
                          <a16:creationId xmlns:a16="http://schemas.microsoft.com/office/drawing/2014/main" id="{2611D17F-14C1-A956-630B-A70FD06DD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5109" y="1626215"/>
                      <a:ext cx="2656391" cy="1007793"/>
                    </a:xfrm>
                    <a:custGeom>
                      <a:avLst/>
                      <a:gdLst>
                        <a:gd name="connsiteX0" fmla="*/ 1171600 w 2656391"/>
                        <a:gd name="connsiteY0" fmla="*/ 1007793 h 1007793"/>
                        <a:gd name="connsiteX1" fmla="*/ 16514 w 2656391"/>
                        <a:gd name="connsiteY1" fmla="*/ 1007793 h 1007793"/>
                        <a:gd name="connsiteX2" fmla="*/ 0 w 2656391"/>
                        <a:gd name="connsiteY2" fmla="*/ 991279 h 1007793"/>
                        <a:gd name="connsiteX3" fmla="*/ 16514 w 2656391"/>
                        <a:gd name="connsiteY3" fmla="*/ 974765 h 1007793"/>
                        <a:gd name="connsiteX4" fmla="*/ 1157926 w 2656391"/>
                        <a:gd name="connsiteY4" fmla="*/ 974765 h 1007793"/>
                        <a:gd name="connsiteX5" fmla="*/ 2132678 w 2656391"/>
                        <a:gd name="connsiteY5" fmla="*/ 0 h 1007793"/>
                        <a:gd name="connsiteX6" fmla="*/ 2639877 w 2656391"/>
                        <a:gd name="connsiteY6" fmla="*/ 0 h 1007793"/>
                        <a:gd name="connsiteX7" fmla="*/ 2656392 w 2656391"/>
                        <a:gd name="connsiteY7" fmla="*/ 16514 h 1007793"/>
                        <a:gd name="connsiteX8" fmla="*/ 2639877 w 2656391"/>
                        <a:gd name="connsiteY8" fmla="*/ 33028 h 1007793"/>
                        <a:gd name="connsiteX9" fmla="*/ 2146350 w 2656391"/>
                        <a:gd name="connsiteY9" fmla="*/ 33028 h 1007793"/>
                        <a:gd name="connsiteX10" fmla="*/ 1171600 w 2656391"/>
                        <a:gd name="connsiteY10" fmla="*/ 1007793 h 10077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656391" h="1007793">
                          <a:moveTo>
                            <a:pt x="1171600" y="1007793"/>
                          </a:moveTo>
                          <a:lnTo>
                            <a:pt x="16514" y="1007793"/>
                          </a:lnTo>
                          <a:cubicBezTo>
                            <a:pt x="7382" y="1007793"/>
                            <a:pt x="0" y="1000395"/>
                            <a:pt x="0" y="991279"/>
                          </a:cubicBezTo>
                          <a:cubicBezTo>
                            <a:pt x="0" y="982163"/>
                            <a:pt x="7382" y="974765"/>
                            <a:pt x="16514" y="974765"/>
                          </a:cubicBezTo>
                          <a:lnTo>
                            <a:pt x="1157926" y="974765"/>
                          </a:lnTo>
                          <a:lnTo>
                            <a:pt x="2132678" y="0"/>
                          </a:lnTo>
                          <a:lnTo>
                            <a:pt x="2639877" y="0"/>
                          </a:lnTo>
                          <a:cubicBezTo>
                            <a:pt x="2649010" y="0"/>
                            <a:pt x="2656392" y="7398"/>
                            <a:pt x="2656392" y="16514"/>
                          </a:cubicBezTo>
                          <a:cubicBezTo>
                            <a:pt x="2656392" y="25630"/>
                            <a:pt x="2649010" y="33028"/>
                            <a:pt x="2639877" y="33028"/>
                          </a:cubicBezTo>
                          <a:lnTo>
                            <a:pt x="2146350" y="33028"/>
                          </a:lnTo>
                          <a:lnTo>
                            <a:pt x="1171600" y="1007793"/>
                          </a:ln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grpSp>
                  <p:nvGrpSpPr>
                    <p:cNvPr id="353" name="Graphic 7">
                      <a:extLst>
                        <a:ext uri="{FF2B5EF4-FFF2-40B4-BE49-F238E27FC236}">
                          <a16:creationId xmlns:a16="http://schemas.microsoft.com/office/drawing/2014/main" id="{A4EF87F6-43F1-8B54-D8D1-D26925E643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23664" y="5332289"/>
                      <a:ext cx="237922" cy="281664"/>
                      <a:chOff x="9923664" y="5332289"/>
                      <a:chExt cx="237922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54" name="Freeform: Shape 353">
                        <a:extLst>
                          <a:ext uri="{FF2B5EF4-FFF2-40B4-BE49-F238E27FC236}">
                            <a16:creationId xmlns:a16="http://schemas.microsoft.com/office/drawing/2014/main" id="{93E7F88F-01A2-0C44-0878-3018DC9EEF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23664" y="5332289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40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40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6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58"/>
                              <a:pt x="0" y="116970"/>
                            </a:cubicBezTo>
                            <a:cubicBezTo>
                              <a:pt x="0" y="52482"/>
                              <a:pt x="52482" y="0"/>
                              <a:pt x="116970" y="0"/>
                            </a:cubicBezTo>
                            <a:cubicBezTo>
                              <a:pt x="181459" y="0"/>
                              <a:pt x="233940" y="52482"/>
                              <a:pt x="233940" y="116970"/>
                            </a:cubicBezTo>
                            <a:cubicBezTo>
                              <a:pt x="233940" y="181458"/>
                              <a:pt x="181459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65"/>
                              <a:pt x="16514" y="116970"/>
                            </a:cubicBezTo>
                            <a:cubicBezTo>
                              <a:pt x="16514" y="172358"/>
                              <a:pt x="61582" y="217426"/>
                              <a:pt x="116970" y="217426"/>
                            </a:cubicBezTo>
                            <a:cubicBezTo>
                              <a:pt x="172359" y="217426"/>
                              <a:pt x="217426" y="172375"/>
                              <a:pt x="217426" y="116970"/>
                            </a:cubicBezTo>
                            <a:cubicBezTo>
                              <a:pt x="217426" y="61565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55" name="Freeform: Shape 354">
                        <a:extLst>
                          <a:ext uri="{FF2B5EF4-FFF2-40B4-BE49-F238E27FC236}">
                            <a16:creationId xmlns:a16="http://schemas.microsoft.com/office/drawing/2014/main" id="{3803C753-35A6-B28A-368D-FCC647C88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64470" y="5373096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3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099"/>
                              <a:pt x="34100" y="0"/>
                              <a:pt x="76163" y="0"/>
                            </a:cubicBezTo>
                            <a:cubicBezTo>
                              <a:pt x="118227" y="0"/>
                              <a:pt x="152327" y="34099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56" name="Graphic 7">
                      <a:extLst>
                        <a:ext uri="{FF2B5EF4-FFF2-40B4-BE49-F238E27FC236}">
                          <a16:creationId xmlns:a16="http://schemas.microsoft.com/office/drawing/2014/main" id="{0E3EB319-0AD8-B185-7E1C-118442F22D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99579" y="3098634"/>
                      <a:ext cx="237921" cy="281664"/>
                      <a:chOff x="8999579" y="3098634"/>
                      <a:chExt cx="237921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57" name="Freeform: Shape 356">
                        <a:extLst>
                          <a:ext uri="{FF2B5EF4-FFF2-40B4-BE49-F238E27FC236}">
                            <a16:creationId xmlns:a16="http://schemas.microsoft.com/office/drawing/2014/main" id="{0E81C009-2CFB-5EDF-826F-3DB4A05D5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9579" y="3098634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39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5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82" y="0"/>
                              <a:pt x="116970" y="0"/>
                            </a:cubicBezTo>
                            <a:cubicBezTo>
                              <a:pt x="181458" y="0"/>
                              <a:pt x="233939" y="52466"/>
                              <a:pt x="233939" y="116970"/>
                            </a:cubicBezTo>
                            <a:cubicBezTo>
                              <a:pt x="233939" y="181474"/>
                              <a:pt x="181458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64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64" y="217425"/>
                              <a:pt x="116970" y="217425"/>
                            </a:cubicBezTo>
                            <a:cubicBezTo>
                              <a:pt x="172358" y="217425"/>
                              <a:pt x="217425" y="172358"/>
                              <a:pt x="217425" y="116970"/>
                            </a:cubicBezTo>
                            <a:cubicBezTo>
                              <a:pt x="217425" y="61581"/>
                              <a:pt x="172375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58" name="Freeform: Shape 357">
                        <a:extLst>
                          <a:ext uri="{FF2B5EF4-FFF2-40B4-BE49-F238E27FC236}">
                            <a16:creationId xmlns:a16="http://schemas.microsoft.com/office/drawing/2014/main" id="{ECA06870-8DF2-9E8B-FA9A-C641E125F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40385" y="313944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59" name="Graphic 7">
                      <a:extLst>
                        <a:ext uri="{FF2B5EF4-FFF2-40B4-BE49-F238E27FC236}">
                          <a16:creationId xmlns:a16="http://schemas.microsoft.com/office/drawing/2014/main" id="{3F7909DB-C57C-399B-63A0-0DFCDE0DA0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11960" y="2500524"/>
                      <a:ext cx="4230564" cy="1690147"/>
                      <a:chOff x="7811960" y="2500524"/>
                      <a:chExt cx="4230564" cy="1690147"/>
                    </a:xfrm>
                    <a:solidFill>
                      <a:srgbClr val="CED6DB"/>
                    </a:solidFill>
                  </p:grpSpPr>
                  <p:sp>
                    <p:nvSpPr>
                      <p:cNvPr id="360" name="Freeform: Shape 359">
                        <a:extLst>
                          <a:ext uri="{FF2B5EF4-FFF2-40B4-BE49-F238E27FC236}">
                            <a16:creationId xmlns:a16="http://schemas.microsoft.com/office/drawing/2014/main" id="{D1EA7F0D-9CD3-0213-2104-D349817A9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66312" y="2500524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39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39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5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39"/>
                            </a:moveTo>
                            <a:cubicBezTo>
                              <a:pt x="52483" y="233939"/>
                              <a:pt x="0" y="181474"/>
                              <a:pt x="0" y="116970"/>
                            </a:cubicBezTo>
                            <a:cubicBezTo>
                              <a:pt x="0" y="52465"/>
                              <a:pt x="52483" y="0"/>
                              <a:pt x="116970" y="0"/>
                            </a:cubicBezTo>
                            <a:cubicBezTo>
                              <a:pt x="181459" y="0"/>
                              <a:pt x="233940" y="52465"/>
                              <a:pt x="233940" y="116970"/>
                            </a:cubicBezTo>
                            <a:cubicBezTo>
                              <a:pt x="233940" y="181474"/>
                              <a:pt x="181459" y="233939"/>
                              <a:pt x="116970" y="233939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9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1" name="Freeform: Shape 360">
                        <a:extLst>
                          <a:ext uri="{FF2B5EF4-FFF2-40B4-BE49-F238E27FC236}">
                            <a16:creationId xmlns:a16="http://schemas.microsoft.com/office/drawing/2014/main" id="{699E5B9E-62B4-B776-4BDA-7B12C32638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119" y="254133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3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3" y="0"/>
                            </a:cubicBezTo>
                            <a:cubicBezTo>
                              <a:pt x="118227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2" name="Freeform: Shape 361">
                        <a:extLst>
                          <a:ext uri="{FF2B5EF4-FFF2-40B4-BE49-F238E27FC236}">
                            <a16:creationId xmlns:a16="http://schemas.microsoft.com/office/drawing/2014/main" id="{8506B8A1-6A05-C4CC-061D-B63CB95437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960" y="254133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5"/>
                              <a:pt x="118225" y="152327"/>
                              <a:pt x="76163" y="152327"/>
                            </a:cubicBezTo>
                            <a:cubicBezTo>
                              <a:pt x="34101" y="152327"/>
                              <a:pt x="0" y="118225"/>
                              <a:pt x="0" y="76163"/>
                            </a:cubicBezTo>
                            <a:cubicBezTo>
                              <a:pt x="0" y="34102"/>
                              <a:pt x="34118" y="0"/>
                              <a:pt x="76163" y="0"/>
                            </a:cubicBezTo>
                            <a:cubicBezTo>
                              <a:pt x="118208" y="0"/>
                              <a:pt x="152327" y="34102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3" name="Freeform: Shape 362">
                        <a:extLst>
                          <a:ext uri="{FF2B5EF4-FFF2-40B4-BE49-F238E27FC236}">
                            <a16:creationId xmlns:a16="http://schemas.microsoft.com/office/drawing/2014/main" id="{1456B0B8-CC07-49BF-7AE5-51B08D3C5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19378" y="3751967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7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64" name="Graphic 7">
                      <a:extLst>
                        <a:ext uri="{FF2B5EF4-FFF2-40B4-BE49-F238E27FC236}">
                          <a16:creationId xmlns:a16="http://schemas.microsoft.com/office/drawing/2014/main" id="{CBD07E03-74D7-93BA-F2F3-E6CC142CC3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19466" y="1065113"/>
                      <a:ext cx="237921" cy="281664"/>
                      <a:chOff x="6919466" y="1065113"/>
                      <a:chExt cx="237921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65" name="Freeform: Shape 364">
                        <a:extLst>
                          <a:ext uri="{FF2B5EF4-FFF2-40B4-BE49-F238E27FC236}">
                            <a16:creationId xmlns:a16="http://schemas.microsoft.com/office/drawing/2014/main" id="{0BC78C39-3E10-DC20-499A-35B7B6BEA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19466" y="1065113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40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6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82" y="0"/>
                              <a:pt x="116970" y="0"/>
                            </a:cubicBezTo>
                            <a:cubicBezTo>
                              <a:pt x="181458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58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65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65" y="217425"/>
                              <a:pt x="116970" y="217425"/>
                            </a:cubicBezTo>
                            <a:cubicBezTo>
                              <a:pt x="172358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75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6" name="Freeform: Shape 365">
                        <a:extLst>
                          <a:ext uri="{FF2B5EF4-FFF2-40B4-BE49-F238E27FC236}">
                            <a16:creationId xmlns:a16="http://schemas.microsoft.com/office/drawing/2014/main" id="{EF6AEF62-3F74-56BE-F4DC-1CF112EB7F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60273" y="110592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67" name="Graphic 7">
                      <a:extLst>
                        <a:ext uri="{FF2B5EF4-FFF2-40B4-BE49-F238E27FC236}">
                          <a16:creationId xmlns:a16="http://schemas.microsoft.com/office/drawing/2014/main" id="{A8EC8CA1-FDCA-1199-253D-1B6CB7BD29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68516" y="3668967"/>
                      <a:ext cx="237921" cy="281664"/>
                      <a:chOff x="5668516" y="3668967"/>
                      <a:chExt cx="237921" cy="281664"/>
                    </a:xfrm>
                    <a:solidFill>
                      <a:srgbClr val="B0B5B7"/>
                    </a:solidFill>
                  </p:grpSpPr>
                  <p:sp>
                    <p:nvSpPr>
                      <p:cNvPr id="368" name="Freeform: Shape 367">
                        <a:extLst>
                          <a:ext uri="{FF2B5EF4-FFF2-40B4-BE49-F238E27FC236}">
                            <a16:creationId xmlns:a16="http://schemas.microsoft.com/office/drawing/2014/main" id="{36523B02-3386-834A-708F-0674A0A16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68516" y="3668967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40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6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66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66" y="0"/>
                              <a:pt x="116970" y="0"/>
                            </a:cubicBezTo>
                            <a:cubicBezTo>
                              <a:pt x="181474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74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8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8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9" name="Freeform: Shape 368">
                        <a:extLst>
                          <a:ext uri="{FF2B5EF4-FFF2-40B4-BE49-F238E27FC236}">
                            <a16:creationId xmlns:a16="http://schemas.microsoft.com/office/drawing/2014/main" id="{35EDD91C-F6C4-8897-6D4F-2E24D79087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09322" y="3709773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099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099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0" name="Graphic 7">
                      <a:extLst>
                        <a:ext uri="{FF2B5EF4-FFF2-40B4-BE49-F238E27FC236}">
                          <a16:creationId xmlns:a16="http://schemas.microsoft.com/office/drawing/2014/main" id="{5754C388-35A2-056B-EC3A-491C2FBF2F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47811" y="1187648"/>
                      <a:ext cx="237922" cy="281664"/>
                      <a:chOff x="3547811" y="1187648"/>
                      <a:chExt cx="237922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71" name="Freeform: Shape 370">
                        <a:extLst>
                          <a:ext uri="{FF2B5EF4-FFF2-40B4-BE49-F238E27FC236}">
                            <a16:creationId xmlns:a16="http://schemas.microsoft.com/office/drawing/2014/main" id="{4A444E54-3C3B-4F37-73DB-5E72616BFF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47811" y="1187648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40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40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5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40"/>
                            </a:moveTo>
                            <a:cubicBezTo>
                              <a:pt x="52466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66" y="0"/>
                              <a:pt x="116970" y="0"/>
                            </a:cubicBezTo>
                            <a:cubicBezTo>
                              <a:pt x="181475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75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9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2" name="Freeform: Shape 371">
                        <a:extLst>
                          <a:ext uri="{FF2B5EF4-FFF2-40B4-BE49-F238E27FC236}">
                            <a16:creationId xmlns:a16="http://schemas.microsoft.com/office/drawing/2014/main" id="{9E32FDA6-FC45-C36A-C966-7EE4F432B3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88618" y="1228455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3" name="Graphic 7">
                      <a:extLst>
                        <a:ext uri="{FF2B5EF4-FFF2-40B4-BE49-F238E27FC236}">
                          <a16:creationId xmlns:a16="http://schemas.microsoft.com/office/drawing/2014/main" id="{84F8E3AF-20A1-E0FF-E973-FFDDCCD1A1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26339" y="925205"/>
                      <a:ext cx="167113" cy="197836"/>
                      <a:chOff x="2326339" y="925205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74" name="Freeform: Shape 373">
                        <a:extLst>
                          <a:ext uri="{FF2B5EF4-FFF2-40B4-BE49-F238E27FC236}">
                            <a16:creationId xmlns:a16="http://schemas.microsoft.com/office/drawing/2014/main" id="{7D7E1253-FB5D-2668-80AF-6EEBC9089C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26339" y="925205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5" name="Freeform: Shape 374">
                        <a:extLst>
                          <a:ext uri="{FF2B5EF4-FFF2-40B4-BE49-F238E27FC236}">
                            <a16:creationId xmlns:a16="http://schemas.microsoft.com/office/drawing/2014/main" id="{AE5F7166-686F-DF86-4BC2-3EA540A7F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56741" y="955591"/>
                        <a:ext cx="103543" cy="103543"/>
                      </a:xfrm>
                      <a:custGeom>
                        <a:avLst/>
                        <a:gdLst>
                          <a:gd name="connsiteX0" fmla="*/ 103544 w 103543"/>
                          <a:gd name="connsiteY0" fmla="*/ 51772 h 103543"/>
                          <a:gd name="connsiteX1" fmla="*/ 51772 w 103543"/>
                          <a:gd name="connsiteY1" fmla="*/ 103544 h 103543"/>
                          <a:gd name="connsiteX2" fmla="*/ 0 w 103543"/>
                          <a:gd name="connsiteY2" fmla="*/ 51772 h 103543"/>
                          <a:gd name="connsiteX3" fmla="*/ 51772 w 103543"/>
                          <a:gd name="connsiteY3" fmla="*/ 0 h 103543"/>
                          <a:gd name="connsiteX4" fmla="*/ 103544 w 103543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3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6" name="Graphic 7">
                      <a:extLst>
                        <a:ext uri="{FF2B5EF4-FFF2-40B4-BE49-F238E27FC236}">
                          <a16:creationId xmlns:a16="http://schemas.microsoft.com/office/drawing/2014/main" id="{1F2CE21B-4401-73D7-E5F1-1C70473569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5837" y="1031177"/>
                      <a:ext cx="167113" cy="197836"/>
                      <a:chOff x="645837" y="1031177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77" name="Freeform: Shape 376">
                        <a:extLst>
                          <a:ext uri="{FF2B5EF4-FFF2-40B4-BE49-F238E27FC236}">
                            <a16:creationId xmlns:a16="http://schemas.microsoft.com/office/drawing/2014/main" id="{500453D0-EE7D-2DCC-A86F-E0CC7C5756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5837" y="1031177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8" name="Freeform: Shape 377">
                        <a:extLst>
                          <a:ext uri="{FF2B5EF4-FFF2-40B4-BE49-F238E27FC236}">
                            <a16:creationId xmlns:a16="http://schemas.microsoft.com/office/drawing/2014/main" id="{52377021-8849-77E4-E0C2-E6AA9CFE7D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6223" y="1061563"/>
                        <a:ext cx="103543" cy="103543"/>
                      </a:xfrm>
                      <a:custGeom>
                        <a:avLst/>
                        <a:gdLst>
                          <a:gd name="connsiteX0" fmla="*/ 103544 w 103543"/>
                          <a:gd name="connsiteY0" fmla="*/ 51772 h 103543"/>
                          <a:gd name="connsiteX1" fmla="*/ 51772 w 103543"/>
                          <a:gd name="connsiteY1" fmla="*/ 103544 h 103543"/>
                          <a:gd name="connsiteX2" fmla="*/ 0 w 103543"/>
                          <a:gd name="connsiteY2" fmla="*/ 51772 h 103543"/>
                          <a:gd name="connsiteX3" fmla="*/ 51772 w 103543"/>
                          <a:gd name="connsiteY3" fmla="*/ 0 h 103543"/>
                          <a:gd name="connsiteX4" fmla="*/ 103544 w 103543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3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9" name="Graphic 7">
                      <a:extLst>
                        <a:ext uri="{FF2B5EF4-FFF2-40B4-BE49-F238E27FC236}">
                          <a16:creationId xmlns:a16="http://schemas.microsoft.com/office/drawing/2014/main" id="{760A0BE6-4383-8893-4477-B5046BF207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66904" y="2535336"/>
                      <a:ext cx="167113" cy="197837"/>
                      <a:chOff x="2266904" y="2535336"/>
                      <a:chExt cx="167113" cy="197837"/>
                    </a:xfrm>
                    <a:solidFill>
                      <a:srgbClr val="B0B5B7"/>
                    </a:solidFill>
                  </p:grpSpPr>
                  <p:sp>
                    <p:nvSpPr>
                      <p:cNvPr id="380" name="Freeform: Shape 379">
                        <a:extLst>
                          <a:ext uri="{FF2B5EF4-FFF2-40B4-BE49-F238E27FC236}">
                            <a16:creationId xmlns:a16="http://schemas.microsoft.com/office/drawing/2014/main" id="{10C5859F-392A-596A-A202-FCB093E95F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66904" y="2535336"/>
                        <a:ext cx="164316" cy="164316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6"/>
                          <a:gd name="connsiteX1" fmla="*/ 0 w 164316"/>
                          <a:gd name="connsiteY1" fmla="*/ 82158 h 164316"/>
                          <a:gd name="connsiteX2" fmla="*/ 82158 w 164316"/>
                          <a:gd name="connsiteY2" fmla="*/ 0 h 164316"/>
                          <a:gd name="connsiteX3" fmla="*/ 164316 w 164316"/>
                          <a:gd name="connsiteY3" fmla="*/ 82158 h 164316"/>
                          <a:gd name="connsiteX4" fmla="*/ 82158 w 164316"/>
                          <a:gd name="connsiteY4" fmla="*/ 164316 h 164316"/>
                          <a:gd name="connsiteX5" fmla="*/ 82158 w 164316"/>
                          <a:gd name="connsiteY5" fmla="*/ 16514 h 164316"/>
                          <a:gd name="connsiteX6" fmla="*/ 16514 w 164316"/>
                          <a:gd name="connsiteY6" fmla="*/ 82158 h 164316"/>
                          <a:gd name="connsiteX7" fmla="*/ 82158 w 164316"/>
                          <a:gd name="connsiteY7" fmla="*/ 147802 h 164316"/>
                          <a:gd name="connsiteX8" fmla="*/ 147802 w 164316"/>
                          <a:gd name="connsiteY8" fmla="*/ 82158 h 164316"/>
                          <a:gd name="connsiteX9" fmla="*/ 82158 w 164316"/>
                          <a:gd name="connsiteY9" fmla="*/ 16514 h 1643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6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41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81" name="Freeform: Shape 380">
                        <a:extLst>
                          <a:ext uri="{FF2B5EF4-FFF2-40B4-BE49-F238E27FC236}">
                            <a16:creationId xmlns:a16="http://schemas.microsoft.com/office/drawing/2014/main" id="{B235CEFE-4246-D3FD-FE43-1DAB7726B2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97290" y="2565722"/>
                        <a:ext cx="103544" cy="103543"/>
                      </a:xfrm>
                      <a:custGeom>
                        <a:avLst/>
                        <a:gdLst>
                          <a:gd name="connsiteX0" fmla="*/ 103544 w 103544"/>
                          <a:gd name="connsiteY0" fmla="*/ 51772 h 103543"/>
                          <a:gd name="connsiteX1" fmla="*/ 51772 w 103544"/>
                          <a:gd name="connsiteY1" fmla="*/ 103544 h 103543"/>
                          <a:gd name="connsiteX2" fmla="*/ 0 w 103544"/>
                          <a:gd name="connsiteY2" fmla="*/ 51772 h 103543"/>
                          <a:gd name="connsiteX3" fmla="*/ 51772 w 103544"/>
                          <a:gd name="connsiteY3" fmla="*/ 0 h 103543"/>
                          <a:gd name="connsiteX4" fmla="*/ 103544 w 103544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4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82" name="Graphic 7">
                      <a:extLst>
                        <a:ext uri="{FF2B5EF4-FFF2-40B4-BE49-F238E27FC236}">
                          <a16:creationId xmlns:a16="http://schemas.microsoft.com/office/drawing/2014/main" id="{8C1206DC-09A1-120B-12F1-6F93232150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5991" y="2760523"/>
                      <a:ext cx="167113" cy="197836"/>
                      <a:chOff x="1065991" y="2760523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83" name="Freeform: Shape 382">
                        <a:extLst>
                          <a:ext uri="{FF2B5EF4-FFF2-40B4-BE49-F238E27FC236}">
                            <a16:creationId xmlns:a16="http://schemas.microsoft.com/office/drawing/2014/main" id="{B6D06659-2F13-7221-01EF-CEE8053CD1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5991" y="2760523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84" name="Freeform: Shape 383">
                        <a:extLst>
                          <a:ext uri="{FF2B5EF4-FFF2-40B4-BE49-F238E27FC236}">
                            <a16:creationId xmlns:a16="http://schemas.microsoft.com/office/drawing/2014/main" id="{2ADDD996-7295-7D69-6837-0748AB6151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6377" y="2790909"/>
                        <a:ext cx="103544" cy="103543"/>
                      </a:xfrm>
                      <a:custGeom>
                        <a:avLst/>
                        <a:gdLst>
                          <a:gd name="connsiteX0" fmla="*/ 103544 w 103544"/>
                          <a:gd name="connsiteY0" fmla="*/ 51772 h 103543"/>
                          <a:gd name="connsiteX1" fmla="*/ 51772 w 103544"/>
                          <a:gd name="connsiteY1" fmla="*/ 103544 h 103543"/>
                          <a:gd name="connsiteX2" fmla="*/ 0 w 103544"/>
                          <a:gd name="connsiteY2" fmla="*/ 51772 h 103543"/>
                          <a:gd name="connsiteX3" fmla="*/ 51772 w 103544"/>
                          <a:gd name="connsiteY3" fmla="*/ 0 h 103543"/>
                          <a:gd name="connsiteX4" fmla="*/ 103544 w 103544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4" h="103543">
                            <a:moveTo>
                              <a:pt x="103544" y="51772"/>
                            </a:moveTo>
                            <a:cubicBezTo>
                              <a:pt x="103544" y="80374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69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385" name="Freeform: Shape 384">
                      <a:extLst>
                        <a:ext uri="{FF2B5EF4-FFF2-40B4-BE49-F238E27FC236}">
                          <a16:creationId xmlns:a16="http://schemas.microsoft.com/office/drawing/2014/main" id="{FCA23F25-96E0-3D2A-74BA-EFE8D7990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8849" y="1212420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6" name="Freeform: Shape 385">
                      <a:extLst>
                        <a:ext uri="{FF2B5EF4-FFF2-40B4-BE49-F238E27FC236}">
                          <a16:creationId xmlns:a16="http://schemas.microsoft.com/office/drawing/2014/main" id="{FD1DB590-F2A9-9374-343C-F72709972D7C}"/>
                        </a:ext>
                      </a:extLst>
                    </p:cNvPr>
                    <p:cNvSpPr/>
                    <p:nvPr/>
                  </p:nvSpPr>
                  <p:spPr>
                    <a:xfrm rot="-5244221">
                      <a:off x="11749066" y="1552399"/>
                      <a:ext cx="184402" cy="184401"/>
                    </a:xfrm>
                    <a:custGeom>
                      <a:avLst/>
                      <a:gdLst>
                        <a:gd name="connsiteX0" fmla="*/ 184402 w 184402"/>
                        <a:gd name="connsiteY0" fmla="*/ 92201 h 184401"/>
                        <a:gd name="connsiteX1" fmla="*/ 92201 w 184402"/>
                        <a:gd name="connsiteY1" fmla="*/ 184402 h 184401"/>
                        <a:gd name="connsiteX2" fmla="*/ -1 w 184402"/>
                        <a:gd name="connsiteY2" fmla="*/ 92201 h 184401"/>
                        <a:gd name="connsiteX3" fmla="*/ 92201 w 184402"/>
                        <a:gd name="connsiteY3" fmla="*/ 0 h 184401"/>
                        <a:gd name="connsiteX4" fmla="*/ 184402 w 184402"/>
                        <a:gd name="connsiteY4" fmla="*/ 92201 h 1844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402" h="184401">
                          <a:moveTo>
                            <a:pt x="184402" y="92201"/>
                          </a:moveTo>
                          <a:cubicBezTo>
                            <a:pt x="184402" y="143122"/>
                            <a:pt x="143123" y="184402"/>
                            <a:pt x="92201" y="184402"/>
                          </a:cubicBezTo>
                          <a:cubicBezTo>
                            <a:pt x="41279" y="184402"/>
                            <a:pt x="-1" y="143122"/>
                            <a:pt x="-1" y="92201"/>
                          </a:cubicBezTo>
                          <a:cubicBezTo>
                            <a:pt x="-1" y="41280"/>
                            <a:pt x="41279" y="0"/>
                            <a:pt x="92201" y="0"/>
                          </a:cubicBezTo>
                          <a:cubicBezTo>
                            <a:pt x="143123" y="0"/>
                            <a:pt x="184402" y="41280"/>
                            <a:pt x="184402" y="92201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7" name="Freeform: Shape 386">
                      <a:extLst>
                        <a:ext uri="{FF2B5EF4-FFF2-40B4-BE49-F238E27FC236}">
                          <a16:creationId xmlns:a16="http://schemas.microsoft.com/office/drawing/2014/main" id="{9212AE63-D8E8-A45A-8E93-408FFED8E5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80850" y="3123405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2"/>
                            <a:pt x="143112" y="184397"/>
                            <a:pt x="92199" y="184397"/>
                          </a:cubicBezTo>
                          <a:cubicBezTo>
                            <a:pt x="41286" y="184397"/>
                            <a:pt x="0" y="143112"/>
                            <a:pt x="0" y="92199"/>
                          </a:cubicBezTo>
                          <a:cubicBezTo>
                            <a:pt x="0" y="41285"/>
                            <a:pt x="41286" y="0"/>
                            <a:pt x="92199" y="0"/>
                          </a:cubicBezTo>
                          <a:cubicBezTo>
                            <a:pt x="143112" y="0"/>
                            <a:pt x="184398" y="41285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8" name="Freeform: Shape 387">
                      <a:extLst>
                        <a:ext uri="{FF2B5EF4-FFF2-40B4-BE49-F238E27FC236}">
                          <a16:creationId xmlns:a16="http://schemas.microsoft.com/office/drawing/2014/main" id="{382C2344-5FA6-6DE6-5C2F-A7F2B49B4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53505" y="4911360"/>
                      <a:ext cx="120752" cy="120751"/>
                    </a:xfrm>
                    <a:custGeom>
                      <a:avLst/>
                      <a:gdLst>
                        <a:gd name="connsiteX0" fmla="*/ 120752 w 120752"/>
                        <a:gd name="connsiteY0" fmla="*/ 60392 h 120751"/>
                        <a:gd name="connsiteX1" fmla="*/ 60376 w 120752"/>
                        <a:gd name="connsiteY1" fmla="*/ 120751 h 120751"/>
                        <a:gd name="connsiteX2" fmla="*/ 0 w 120752"/>
                        <a:gd name="connsiteY2" fmla="*/ 60392 h 120751"/>
                        <a:gd name="connsiteX3" fmla="*/ 60376 w 120752"/>
                        <a:gd name="connsiteY3" fmla="*/ 0 h 120751"/>
                        <a:gd name="connsiteX4" fmla="*/ 120752 w 120752"/>
                        <a:gd name="connsiteY4" fmla="*/ 60392 h 120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0752" h="120751">
                          <a:moveTo>
                            <a:pt x="120752" y="60392"/>
                          </a:moveTo>
                          <a:cubicBezTo>
                            <a:pt x="120752" y="93734"/>
                            <a:pt x="93719" y="120751"/>
                            <a:pt x="60376" y="120751"/>
                          </a:cubicBezTo>
                          <a:cubicBezTo>
                            <a:pt x="27034" y="120751"/>
                            <a:pt x="0" y="93718"/>
                            <a:pt x="0" y="60392"/>
                          </a:cubicBezTo>
                          <a:cubicBezTo>
                            <a:pt x="0" y="27034"/>
                            <a:pt x="27050" y="0"/>
                            <a:pt x="60376" y="0"/>
                          </a:cubicBezTo>
                          <a:cubicBezTo>
                            <a:pt x="93719" y="0"/>
                            <a:pt x="120752" y="27050"/>
                            <a:pt x="120752" y="6039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9" name="Freeform: Shape 388">
                      <a:extLst>
                        <a:ext uri="{FF2B5EF4-FFF2-40B4-BE49-F238E27FC236}">
                          <a16:creationId xmlns:a16="http://schemas.microsoft.com/office/drawing/2014/main" id="{18AB42E5-C9D3-5883-1804-7B6483C41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7747" y="4442572"/>
                      <a:ext cx="120751" cy="120751"/>
                    </a:xfrm>
                    <a:custGeom>
                      <a:avLst/>
                      <a:gdLst>
                        <a:gd name="connsiteX0" fmla="*/ 120752 w 120751"/>
                        <a:gd name="connsiteY0" fmla="*/ 60392 h 120751"/>
                        <a:gd name="connsiteX1" fmla="*/ 60376 w 120751"/>
                        <a:gd name="connsiteY1" fmla="*/ 120752 h 120751"/>
                        <a:gd name="connsiteX2" fmla="*/ 0 w 120751"/>
                        <a:gd name="connsiteY2" fmla="*/ 60392 h 120751"/>
                        <a:gd name="connsiteX3" fmla="*/ 60376 w 120751"/>
                        <a:gd name="connsiteY3" fmla="*/ 0 h 120751"/>
                        <a:gd name="connsiteX4" fmla="*/ 120752 w 120751"/>
                        <a:gd name="connsiteY4" fmla="*/ 60392 h 120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0751" h="120751">
                          <a:moveTo>
                            <a:pt x="120752" y="60392"/>
                          </a:moveTo>
                          <a:cubicBezTo>
                            <a:pt x="120752" y="93718"/>
                            <a:pt x="93718" y="120752"/>
                            <a:pt x="60376" y="120752"/>
                          </a:cubicBezTo>
                          <a:cubicBezTo>
                            <a:pt x="27034" y="120752"/>
                            <a:pt x="0" y="93718"/>
                            <a:pt x="0" y="60392"/>
                          </a:cubicBezTo>
                          <a:cubicBezTo>
                            <a:pt x="0" y="27034"/>
                            <a:pt x="27050" y="0"/>
                            <a:pt x="60376" y="0"/>
                          </a:cubicBezTo>
                          <a:cubicBezTo>
                            <a:pt x="93718" y="0"/>
                            <a:pt x="120752" y="27034"/>
                            <a:pt x="120752" y="6039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0" name="Freeform: Shape 389">
                      <a:extLst>
                        <a:ext uri="{FF2B5EF4-FFF2-40B4-BE49-F238E27FC236}">
                          <a16:creationId xmlns:a16="http://schemas.microsoft.com/office/drawing/2014/main" id="{68EC4B00-FBAF-A288-68E4-B17DEB909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2867" y="1574773"/>
                      <a:ext cx="184397" cy="184397"/>
                    </a:xfrm>
                    <a:custGeom>
                      <a:avLst/>
                      <a:gdLst>
                        <a:gd name="connsiteX0" fmla="*/ 184397 w 184397"/>
                        <a:gd name="connsiteY0" fmla="*/ 92199 h 184397"/>
                        <a:gd name="connsiteX1" fmla="*/ 92198 w 184397"/>
                        <a:gd name="connsiteY1" fmla="*/ 184397 h 184397"/>
                        <a:gd name="connsiteX2" fmla="*/ -1 w 184397"/>
                        <a:gd name="connsiteY2" fmla="*/ 92199 h 184397"/>
                        <a:gd name="connsiteX3" fmla="*/ 92198 w 184397"/>
                        <a:gd name="connsiteY3" fmla="*/ 0 h 184397"/>
                        <a:gd name="connsiteX4" fmla="*/ 184397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7" y="92199"/>
                          </a:moveTo>
                          <a:cubicBezTo>
                            <a:pt x="184397" y="143118"/>
                            <a:pt x="143119" y="184397"/>
                            <a:pt x="92198" y="184397"/>
                          </a:cubicBezTo>
                          <a:cubicBezTo>
                            <a:pt x="41278" y="184397"/>
                            <a:pt x="-1" y="143118"/>
                            <a:pt x="-1" y="92199"/>
                          </a:cubicBezTo>
                          <a:cubicBezTo>
                            <a:pt x="-1" y="41279"/>
                            <a:pt x="41278" y="0"/>
                            <a:pt x="92198" y="0"/>
                          </a:cubicBezTo>
                          <a:cubicBezTo>
                            <a:pt x="143119" y="0"/>
                            <a:pt x="184397" y="41279"/>
                            <a:pt x="184397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1" name="Freeform: Shape 390">
                      <a:extLst>
                        <a:ext uri="{FF2B5EF4-FFF2-40B4-BE49-F238E27FC236}">
                          <a16:creationId xmlns:a16="http://schemas.microsoft.com/office/drawing/2014/main" id="{D47E8F2C-0032-5836-A35C-560038C5D4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70960" y="1619956"/>
                      <a:ext cx="129982" cy="129999"/>
                    </a:xfrm>
                    <a:custGeom>
                      <a:avLst/>
                      <a:gdLst>
                        <a:gd name="connsiteX0" fmla="*/ 129983 w 129982"/>
                        <a:gd name="connsiteY0" fmla="*/ 65000 h 129999"/>
                        <a:gd name="connsiteX1" fmla="*/ 64999 w 129982"/>
                        <a:gd name="connsiteY1" fmla="*/ 129999 h 129999"/>
                        <a:gd name="connsiteX2" fmla="*/ 0 w 129982"/>
                        <a:gd name="connsiteY2" fmla="*/ 65000 h 129999"/>
                        <a:gd name="connsiteX3" fmla="*/ 64999 w 129982"/>
                        <a:gd name="connsiteY3" fmla="*/ 0 h 129999"/>
                        <a:gd name="connsiteX4" fmla="*/ 129983 w 129982"/>
                        <a:gd name="connsiteY4" fmla="*/ 65000 h 1299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9982" h="129999">
                          <a:moveTo>
                            <a:pt x="129983" y="65000"/>
                          </a:moveTo>
                          <a:cubicBezTo>
                            <a:pt x="129983" y="100902"/>
                            <a:pt x="100884" y="129999"/>
                            <a:pt x="64999" y="129999"/>
                          </a:cubicBezTo>
                          <a:cubicBezTo>
                            <a:pt x="29097" y="129999"/>
                            <a:pt x="0" y="100902"/>
                            <a:pt x="0" y="65000"/>
                          </a:cubicBezTo>
                          <a:cubicBezTo>
                            <a:pt x="0" y="29098"/>
                            <a:pt x="29097" y="0"/>
                            <a:pt x="64999" y="0"/>
                          </a:cubicBezTo>
                          <a:cubicBezTo>
                            <a:pt x="100884" y="0"/>
                            <a:pt x="129983" y="29098"/>
                            <a:pt x="129983" y="6500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2" name="Freeform: Shape 391">
                      <a:extLst>
                        <a:ext uri="{FF2B5EF4-FFF2-40B4-BE49-F238E27FC236}">
                          <a16:creationId xmlns:a16="http://schemas.microsoft.com/office/drawing/2014/main" id="{958E50B3-48EF-285C-9D1E-027506F0A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5619" y="1732021"/>
                      <a:ext cx="137563" cy="137562"/>
                    </a:xfrm>
                    <a:custGeom>
                      <a:avLst/>
                      <a:gdLst>
                        <a:gd name="connsiteX0" fmla="*/ 137564 w 137563"/>
                        <a:gd name="connsiteY0" fmla="*/ 68781 h 137562"/>
                        <a:gd name="connsiteX1" fmla="*/ 68782 w 137563"/>
                        <a:gd name="connsiteY1" fmla="*/ 137563 h 137562"/>
                        <a:gd name="connsiteX2" fmla="*/ 0 w 137563"/>
                        <a:gd name="connsiteY2" fmla="*/ 68781 h 137562"/>
                        <a:gd name="connsiteX3" fmla="*/ 68782 w 137563"/>
                        <a:gd name="connsiteY3" fmla="*/ 0 h 137562"/>
                        <a:gd name="connsiteX4" fmla="*/ 137564 w 137563"/>
                        <a:gd name="connsiteY4" fmla="*/ 68781 h 1375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7563" h="137562">
                          <a:moveTo>
                            <a:pt x="137564" y="68781"/>
                          </a:moveTo>
                          <a:cubicBezTo>
                            <a:pt x="137564" y="106764"/>
                            <a:pt x="106749" y="137563"/>
                            <a:pt x="68782" y="137563"/>
                          </a:cubicBezTo>
                          <a:cubicBezTo>
                            <a:pt x="30816" y="137563"/>
                            <a:pt x="0" y="106764"/>
                            <a:pt x="0" y="68781"/>
                          </a:cubicBezTo>
                          <a:cubicBezTo>
                            <a:pt x="0" y="30799"/>
                            <a:pt x="30816" y="0"/>
                            <a:pt x="68782" y="0"/>
                          </a:cubicBezTo>
                          <a:cubicBezTo>
                            <a:pt x="106731" y="0"/>
                            <a:pt x="137564" y="30799"/>
                            <a:pt x="137564" y="68781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3" name="Freeform: Shape 392">
                      <a:extLst>
                        <a:ext uri="{FF2B5EF4-FFF2-40B4-BE49-F238E27FC236}">
                          <a16:creationId xmlns:a16="http://schemas.microsoft.com/office/drawing/2014/main" id="{CCBBEE63-8B74-AEC0-8643-5E428BD58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0985" y="3320023"/>
                      <a:ext cx="242197" cy="242196"/>
                    </a:xfrm>
                    <a:custGeom>
                      <a:avLst/>
                      <a:gdLst>
                        <a:gd name="connsiteX0" fmla="*/ 242197 w 242197"/>
                        <a:gd name="connsiteY0" fmla="*/ 121098 h 242196"/>
                        <a:gd name="connsiteX1" fmla="*/ 121099 w 242197"/>
                        <a:gd name="connsiteY1" fmla="*/ 242196 h 242196"/>
                        <a:gd name="connsiteX2" fmla="*/ 0 w 242197"/>
                        <a:gd name="connsiteY2" fmla="*/ 121098 h 242196"/>
                        <a:gd name="connsiteX3" fmla="*/ 121099 w 242197"/>
                        <a:gd name="connsiteY3" fmla="*/ 0 h 242196"/>
                        <a:gd name="connsiteX4" fmla="*/ 242197 w 242197"/>
                        <a:gd name="connsiteY4" fmla="*/ 121098 h 2421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2197" h="242196">
                          <a:moveTo>
                            <a:pt x="242197" y="121098"/>
                          </a:moveTo>
                          <a:cubicBezTo>
                            <a:pt x="242197" y="187979"/>
                            <a:pt x="187980" y="242196"/>
                            <a:pt x="121099" y="242196"/>
                          </a:cubicBezTo>
                          <a:cubicBezTo>
                            <a:pt x="54218" y="242196"/>
                            <a:pt x="0" y="187979"/>
                            <a:pt x="0" y="121098"/>
                          </a:cubicBezTo>
                          <a:cubicBezTo>
                            <a:pt x="0" y="54217"/>
                            <a:pt x="54217" y="0"/>
                            <a:pt x="121099" y="0"/>
                          </a:cubicBezTo>
                          <a:cubicBezTo>
                            <a:pt x="187979" y="0"/>
                            <a:pt x="242197" y="54218"/>
                            <a:pt x="242197" y="12109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4" name="Freeform: Shape 393">
                      <a:extLst>
                        <a:ext uri="{FF2B5EF4-FFF2-40B4-BE49-F238E27FC236}">
                          <a16:creationId xmlns:a16="http://schemas.microsoft.com/office/drawing/2014/main" id="{1EF989A0-F345-D9BA-82AA-000D5B416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7035" y="4381850"/>
                      <a:ext cx="242197" cy="242196"/>
                    </a:xfrm>
                    <a:custGeom>
                      <a:avLst/>
                      <a:gdLst>
                        <a:gd name="connsiteX0" fmla="*/ 242197 w 242197"/>
                        <a:gd name="connsiteY0" fmla="*/ 121098 h 242196"/>
                        <a:gd name="connsiteX1" fmla="*/ 121098 w 242197"/>
                        <a:gd name="connsiteY1" fmla="*/ 242197 h 242196"/>
                        <a:gd name="connsiteX2" fmla="*/ -1 w 242197"/>
                        <a:gd name="connsiteY2" fmla="*/ 121098 h 242196"/>
                        <a:gd name="connsiteX3" fmla="*/ 121098 w 242197"/>
                        <a:gd name="connsiteY3" fmla="*/ 0 h 242196"/>
                        <a:gd name="connsiteX4" fmla="*/ 242197 w 242197"/>
                        <a:gd name="connsiteY4" fmla="*/ 121098 h 2421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2197" h="242196">
                          <a:moveTo>
                            <a:pt x="242197" y="121098"/>
                          </a:moveTo>
                          <a:cubicBezTo>
                            <a:pt x="242197" y="187979"/>
                            <a:pt x="187980" y="242197"/>
                            <a:pt x="121098" y="242197"/>
                          </a:cubicBezTo>
                          <a:cubicBezTo>
                            <a:pt x="54217" y="242197"/>
                            <a:pt x="-1" y="187979"/>
                            <a:pt x="-1" y="121098"/>
                          </a:cubicBezTo>
                          <a:cubicBezTo>
                            <a:pt x="-1" y="54218"/>
                            <a:pt x="54217" y="0"/>
                            <a:pt x="121098" y="0"/>
                          </a:cubicBezTo>
                          <a:cubicBezTo>
                            <a:pt x="187980" y="0"/>
                            <a:pt x="242197" y="54217"/>
                            <a:pt x="242197" y="12109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5" name="Freeform: Shape 394">
                      <a:extLst>
                        <a:ext uri="{FF2B5EF4-FFF2-40B4-BE49-F238E27FC236}">
                          <a16:creationId xmlns:a16="http://schemas.microsoft.com/office/drawing/2014/main" id="{957E518D-71ED-7484-2C9D-B2373C14B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6828" y="2283792"/>
                      <a:ext cx="112858" cy="112857"/>
                    </a:xfrm>
                    <a:custGeom>
                      <a:avLst/>
                      <a:gdLst>
                        <a:gd name="connsiteX0" fmla="*/ 112858 w 112858"/>
                        <a:gd name="connsiteY0" fmla="*/ 56429 h 112857"/>
                        <a:gd name="connsiteX1" fmla="*/ 56429 w 112858"/>
                        <a:gd name="connsiteY1" fmla="*/ 112858 h 112857"/>
                        <a:gd name="connsiteX2" fmla="*/ 0 w 112858"/>
                        <a:gd name="connsiteY2" fmla="*/ 56429 h 112857"/>
                        <a:gd name="connsiteX3" fmla="*/ 56429 w 112858"/>
                        <a:gd name="connsiteY3" fmla="*/ 0 h 112857"/>
                        <a:gd name="connsiteX4" fmla="*/ 112858 w 112858"/>
                        <a:gd name="connsiteY4" fmla="*/ 56429 h 112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2858" h="112857">
                          <a:moveTo>
                            <a:pt x="112858" y="56429"/>
                          </a:moveTo>
                          <a:cubicBezTo>
                            <a:pt x="112858" y="87591"/>
                            <a:pt x="87592" y="112858"/>
                            <a:pt x="56429" y="112858"/>
                          </a:cubicBezTo>
                          <a:cubicBezTo>
                            <a:pt x="25267" y="112858"/>
                            <a:pt x="0" y="87591"/>
                            <a:pt x="0" y="56429"/>
                          </a:cubicBezTo>
                          <a:cubicBezTo>
                            <a:pt x="0" y="25267"/>
                            <a:pt x="25267" y="0"/>
                            <a:pt x="56429" y="0"/>
                          </a:cubicBezTo>
                          <a:cubicBezTo>
                            <a:pt x="87592" y="17"/>
                            <a:pt x="112858" y="25283"/>
                            <a:pt x="112858" y="5642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6" name="Freeform: Shape 395">
                      <a:extLst>
                        <a:ext uri="{FF2B5EF4-FFF2-40B4-BE49-F238E27FC236}">
                          <a16:creationId xmlns:a16="http://schemas.microsoft.com/office/drawing/2014/main" id="{33293FDF-02A9-EF52-A5D6-DFC6AD98DA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3617" y="2949742"/>
                      <a:ext cx="112858" cy="112857"/>
                    </a:xfrm>
                    <a:custGeom>
                      <a:avLst/>
                      <a:gdLst>
                        <a:gd name="connsiteX0" fmla="*/ 112858 w 112858"/>
                        <a:gd name="connsiteY0" fmla="*/ 56429 h 112857"/>
                        <a:gd name="connsiteX1" fmla="*/ 56429 w 112858"/>
                        <a:gd name="connsiteY1" fmla="*/ 112858 h 112857"/>
                        <a:gd name="connsiteX2" fmla="*/ 0 w 112858"/>
                        <a:gd name="connsiteY2" fmla="*/ 56429 h 112857"/>
                        <a:gd name="connsiteX3" fmla="*/ 56429 w 112858"/>
                        <a:gd name="connsiteY3" fmla="*/ 0 h 112857"/>
                        <a:gd name="connsiteX4" fmla="*/ 112858 w 112858"/>
                        <a:gd name="connsiteY4" fmla="*/ 56429 h 112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2858" h="112857">
                          <a:moveTo>
                            <a:pt x="112858" y="56429"/>
                          </a:moveTo>
                          <a:cubicBezTo>
                            <a:pt x="112858" y="87591"/>
                            <a:pt x="87591" y="112858"/>
                            <a:pt x="56429" y="112858"/>
                          </a:cubicBezTo>
                          <a:cubicBezTo>
                            <a:pt x="25267" y="112858"/>
                            <a:pt x="0" y="87591"/>
                            <a:pt x="0" y="56429"/>
                          </a:cubicBezTo>
                          <a:cubicBezTo>
                            <a:pt x="0" y="25267"/>
                            <a:pt x="25267" y="0"/>
                            <a:pt x="56429" y="0"/>
                          </a:cubicBezTo>
                          <a:cubicBezTo>
                            <a:pt x="87591" y="0"/>
                            <a:pt x="112858" y="25267"/>
                            <a:pt x="112858" y="5642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grpSp>
                  <p:nvGrpSpPr>
                    <p:cNvPr id="397" name="Graphic 7">
                      <a:extLst>
                        <a:ext uri="{FF2B5EF4-FFF2-40B4-BE49-F238E27FC236}">
                          <a16:creationId xmlns:a16="http://schemas.microsoft.com/office/drawing/2014/main" id="{82FC2A30-B3E3-3907-4D59-6553AB61CB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66220" y="1818654"/>
                      <a:ext cx="254768" cy="301586"/>
                      <a:chOff x="5666220" y="1818654"/>
                      <a:chExt cx="254768" cy="301586"/>
                    </a:xfrm>
                    <a:solidFill>
                      <a:srgbClr val="CED6DB"/>
                    </a:solidFill>
                  </p:grpSpPr>
                  <p:sp>
                    <p:nvSpPr>
                      <p:cNvPr id="398" name="Freeform: Shape 397">
                        <a:extLst>
                          <a:ext uri="{FF2B5EF4-FFF2-40B4-BE49-F238E27FC236}">
                            <a16:creationId xmlns:a16="http://schemas.microsoft.com/office/drawing/2014/main" id="{476D74D6-A5D6-85A7-FFAC-4E84524F7A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66220" y="1818654"/>
                        <a:ext cx="250504" cy="250486"/>
                      </a:xfrm>
                      <a:custGeom>
                        <a:avLst/>
                        <a:gdLst>
                          <a:gd name="connsiteX0" fmla="*/ 125260 w 250504"/>
                          <a:gd name="connsiteY0" fmla="*/ 250487 h 250486"/>
                          <a:gd name="connsiteX1" fmla="*/ 0 w 250504"/>
                          <a:gd name="connsiteY1" fmla="*/ 125243 h 250486"/>
                          <a:gd name="connsiteX2" fmla="*/ 125260 w 250504"/>
                          <a:gd name="connsiteY2" fmla="*/ 0 h 250486"/>
                          <a:gd name="connsiteX3" fmla="*/ 250504 w 250504"/>
                          <a:gd name="connsiteY3" fmla="*/ 125243 h 250486"/>
                          <a:gd name="connsiteX4" fmla="*/ 125260 w 250504"/>
                          <a:gd name="connsiteY4" fmla="*/ 250487 h 250486"/>
                          <a:gd name="connsiteX5" fmla="*/ 125260 w 250504"/>
                          <a:gd name="connsiteY5" fmla="*/ 16498 h 250486"/>
                          <a:gd name="connsiteX6" fmla="*/ 16514 w 250504"/>
                          <a:gd name="connsiteY6" fmla="*/ 125227 h 250486"/>
                          <a:gd name="connsiteX7" fmla="*/ 125260 w 250504"/>
                          <a:gd name="connsiteY7" fmla="*/ 233956 h 250486"/>
                          <a:gd name="connsiteX8" fmla="*/ 233990 w 250504"/>
                          <a:gd name="connsiteY8" fmla="*/ 125227 h 250486"/>
                          <a:gd name="connsiteX9" fmla="*/ 125260 w 250504"/>
                          <a:gd name="connsiteY9" fmla="*/ 16498 h 25048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50504" h="250486">
                            <a:moveTo>
                              <a:pt x="125260" y="250487"/>
                            </a:moveTo>
                            <a:cubicBezTo>
                              <a:pt x="56198" y="250487"/>
                              <a:pt x="0" y="194306"/>
                              <a:pt x="0" y="125243"/>
                            </a:cubicBezTo>
                            <a:cubicBezTo>
                              <a:pt x="0" y="56181"/>
                              <a:pt x="56181" y="0"/>
                              <a:pt x="125260" y="0"/>
                            </a:cubicBezTo>
                            <a:cubicBezTo>
                              <a:pt x="194323" y="0"/>
                              <a:pt x="250504" y="56181"/>
                              <a:pt x="250504" y="125243"/>
                            </a:cubicBezTo>
                            <a:cubicBezTo>
                              <a:pt x="250521" y="194306"/>
                              <a:pt x="194323" y="250487"/>
                              <a:pt x="125260" y="250487"/>
                            </a:cubicBezTo>
                            <a:close/>
                            <a:moveTo>
                              <a:pt x="125260" y="16498"/>
                            </a:moveTo>
                            <a:cubicBezTo>
                              <a:pt x="65297" y="16498"/>
                              <a:pt x="16514" y="65281"/>
                              <a:pt x="16514" y="125227"/>
                            </a:cubicBezTo>
                            <a:cubicBezTo>
                              <a:pt x="16514" y="185190"/>
                              <a:pt x="65297" y="233956"/>
                              <a:pt x="125260" y="233956"/>
                            </a:cubicBezTo>
                            <a:cubicBezTo>
                              <a:pt x="185223" y="233956"/>
                              <a:pt x="233990" y="185173"/>
                              <a:pt x="233990" y="125227"/>
                            </a:cubicBezTo>
                            <a:cubicBezTo>
                              <a:pt x="234006" y="65281"/>
                              <a:pt x="185223" y="16498"/>
                              <a:pt x="125260" y="16498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99" name="Freeform: Shape 398">
                        <a:extLst>
                          <a:ext uri="{FF2B5EF4-FFF2-40B4-BE49-F238E27FC236}">
                            <a16:creationId xmlns:a16="http://schemas.microsoft.com/office/drawing/2014/main" id="{CD285134-48E0-A982-097E-56BF9C457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10627" y="1863028"/>
                        <a:ext cx="161723" cy="161706"/>
                      </a:xfrm>
                      <a:custGeom>
                        <a:avLst/>
                        <a:gdLst>
                          <a:gd name="connsiteX0" fmla="*/ 161724 w 161723"/>
                          <a:gd name="connsiteY0" fmla="*/ 80853 h 161706"/>
                          <a:gd name="connsiteX1" fmla="*/ 80853 w 161723"/>
                          <a:gd name="connsiteY1" fmla="*/ 161707 h 161706"/>
                          <a:gd name="connsiteX2" fmla="*/ 0 w 161723"/>
                          <a:gd name="connsiteY2" fmla="*/ 80853 h 161706"/>
                          <a:gd name="connsiteX3" fmla="*/ 80853 w 161723"/>
                          <a:gd name="connsiteY3" fmla="*/ 0 h 161706"/>
                          <a:gd name="connsiteX4" fmla="*/ 161724 w 161723"/>
                          <a:gd name="connsiteY4" fmla="*/ 80853 h 16170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61723" h="161706">
                            <a:moveTo>
                              <a:pt x="161724" y="80853"/>
                            </a:moveTo>
                            <a:cubicBezTo>
                              <a:pt x="161724" y="125508"/>
                              <a:pt x="125508" y="161707"/>
                              <a:pt x="80853" y="161707"/>
                            </a:cubicBezTo>
                            <a:cubicBezTo>
                              <a:pt x="36199" y="161707"/>
                              <a:pt x="0" y="125491"/>
                              <a:pt x="0" y="80853"/>
                            </a:cubicBezTo>
                            <a:cubicBezTo>
                              <a:pt x="0" y="36199"/>
                              <a:pt x="36216" y="0"/>
                              <a:pt x="80853" y="0"/>
                            </a:cubicBezTo>
                            <a:cubicBezTo>
                              <a:pt x="125491" y="0"/>
                              <a:pt x="161724" y="36216"/>
                              <a:pt x="161724" y="8085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400" name="Freeform: Shape 399">
                      <a:extLst>
                        <a:ext uri="{FF2B5EF4-FFF2-40B4-BE49-F238E27FC236}">
                          <a16:creationId xmlns:a16="http://schemas.microsoft.com/office/drawing/2014/main" id="{9AFFAE18-8D91-3DCC-E1C9-122E4F743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8157" y="1895016"/>
                      <a:ext cx="184397" cy="184397"/>
                    </a:xfrm>
                    <a:custGeom>
                      <a:avLst/>
                      <a:gdLst>
                        <a:gd name="connsiteX0" fmla="*/ 184397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7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7" y="92199"/>
                          </a:moveTo>
                          <a:cubicBezTo>
                            <a:pt x="184397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7" y="41279"/>
                            <a:pt x="184397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1" name="Freeform: Shape 400">
                      <a:extLst>
                        <a:ext uri="{FF2B5EF4-FFF2-40B4-BE49-F238E27FC236}">
                          <a16:creationId xmlns:a16="http://schemas.microsoft.com/office/drawing/2014/main" id="{BA98B3CB-F291-5C33-E282-75F322302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01462" y="1895016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2" name="Freeform: Shape 401">
                      <a:extLst>
                        <a:ext uri="{FF2B5EF4-FFF2-40B4-BE49-F238E27FC236}">
                          <a16:creationId xmlns:a16="http://schemas.microsoft.com/office/drawing/2014/main" id="{01715D64-F3E1-AE5D-2DAE-68198FE6F9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7071" y="2246536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8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8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8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8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8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3" name="Freeform: Shape 402">
                      <a:extLst>
                        <a:ext uri="{FF2B5EF4-FFF2-40B4-BE49-F238E27FC236}">
                          <a16:creationId xmlns:a16="http://schemas.microsoft.com/office/drawing/2014/main" id="{7AC8605B-39AF-0809-A4DC-4E3AC0ACF4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782" y="1478975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2"/>
                            <a:pt x="143112" y="184397"/>
                            <a:pt x="92199" y="184397"/>
                          </a:cubicBezTo>
                          <a:cubicBezTo>
                            <a:pt x="41286" y="184397"/>
                            <a:pt x="0" y="143112"/>
                            <a:pt x="0" y="92199"/>
                          </a:cubicBezTo>
                          <a:cubicBezTo>
                            <a:pt x="0" y="41285"/>
                            <a:pt x="41286" y="0"/>
                            <a:pt x="92199" y="0"/>
                          </a:cubicBezTo>
                          <a:cubicBezTo>
                            <a:pt x="143112" y="0"/>
                            <a:pt x="184398" y="41285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4" name="Freeform: Shape 403">
                      <a:extLst>
                        <a:ext uri="{FF2B5EF4-FFF2-40B4-BE49-F238E27FC236}">
                          <a16:creationId xmlns:a16="http://schemas.microsoft.com/office/drawing/2014/main" id="{355216EA-4D6A-6E7F-8E2C-E5AD3764F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1119" y="1574410"/>
                      <a:ext cx="71572" cy="71572"/>
                    </a:xfrm>
                    <a:custGeom>
                      <a:avLst/>
                      <a:gdLst>
                        <a:gd name="connsiteX0" fmla="*/ 71572 w 71572"/>
                        <a:gd name="connsiteY0" fmla="*/ 35786 h 71572"/>
                        <a:gd name="connsiteX1" fmla="*/ 35786 w 71572"/>
                        <a:gd name="connsiteY1" fmla="*/ 71572 h 71572"/>
                        <a:gd name="connsiteX2" fmla="*/ 0 w 71572"/>
                        <a:gd name="connsiteY2" fmla="*/ 35786 h 71572"/>
                        <a:gd name="connsiteX3" fmla="*/ 35786 w 71572"/>
                        <a:gd name="connsiteY3" fmla="*/ 0 h 71572"/>
                        <a:gd name="connsiteX4" fmla="*/ 71572 w 71572"/>
                        <a:gd name="connsiteY4" fmla="*/ 35786 h 715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572" h="71572">
                          <a:moveTo>
                            <a:pt x="71572" y="35786"/>
                          </a:moveTo>
                          <a:cubicBezTo>
                            <a:pt x="71572" y="55550"/>
                            <a:pt x="55551" y="71572"/>
                            <a:pt x="35786" y="71572"/>
                          </a:cubicBezTo>
                          <a:cubicBezTo>
                            <a:pt x="16022" y="71572"/>
                            <a:pt x="0" y="55550"/>
                            <a:pt x="0" y="35786"/>
                          </a:cubicBezTo>
                          <a:cubicBezTo>
                            <a:pt x="0" y="16022"/>
                            <a:pt x="16022" y="0"/>
                            <a:pt x="35786" y="0"/>
                          </a:cubicBezTo>
                          <a:cubicBezTo>
                            <a:pt x="55551" y="0"/>
                            <a:pt x="71572" y="16022"/>
                            <a:pt x="71572" y="35786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5" name="Freeform: Shape 404">
                      <a:extLst>
                        <a:ext uri="{FF2B5EF4-FFF2-40B4-BE49-F238E27FC236}">
                          <a16:creationId xmlns:a16="http://schemas.microsoft.com/office/drawing/2014/main" id="{35AD20EC-3D88-F182-55CF-B23BBE5E2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7761" y="1241319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6" name="Freeform: Shape 405">
                      <a:extLst>
                        <a:ext uri="{FF2B5EF4-FFF2-40B4-BE49-F238E27FC236}">
                          <a16:creationId xmlns:a16="http://schemas.microsoft.com/office/drawing/2014/main" id="{233ECAC8-68E3-0108-CA75-006270F84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2941" y="1241319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7" name="Freeform: Shape 406">
                      <a:extLst>
                        <a:ext uri="{FF2B5EF4-FFF2-40B4-BE49-F238E27FC236}">
                          <a16:creationId xmlns:a16="http://schemas.microsoft.com/office/drawing/2014/main" id="{5306FE44-7E00-613A-8A9A-A701EEF25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6748" y="1546897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grpSp>
                <p:nvGrpSpPr>
                  <p:cNvPr id="408" name="Graphic 7">
                    <a:extLst>
                      <a:ext uri="{FF2B5EF4-FFF2-40B4-BE49-F238E27FC236}">
                        <a16:creationId xmlns:a16="http://schemas.microsoft.com/office/drawing/2014/main" id="{66994BE3-3509-942D-21EB-93C79D30827C}"/>
                      </a:ext>
                    </a:extLst>
                  </p:cNvPr>
                  <p:cNvGrpSpPr/>
                  <p:nvPr/>
                </p:nvGrpSpPr>
                <p:grpSpPr>
                  <a:xfrm>
                    <a:off x="3445968" y="571109"/>
                    <a:ext cx="5450108" cy="152463"/>
                    <a:chOff x="3445968" y="571109"/>
                    <a:chExt cx="5450108" cy="152463"/>
                  </a:xfrm>
                  <a:solidFill>
                    <a:srgbClr val="CED6DB"/>
                  </a:solidFill>
                </p:grpSpPr>
                <p:sp>
                  <p:nvSpPr>
                    <p:cNvPr id="409" name="Freeform: Shape 408">
                      <a:extLst>
                        <a:ext uri="{FF2B5EF4-FFF2-40B4-BE49-F238E27FC236}">
                          <a16:creationId xmlns:a16="http://schemas.microsoft.com/office/drawing/2014/main" id="{19EE66BE-48F7-3AF5-C1EB-47AC9D3EEF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7811" y="626167"/>
                      <a:ext cx="5201973" cy="16514"/>
                    </a:xfrm>
                    <a:custGeom>
                      <a:avLst/>
                      <a:gdLst>
                        <a:gd name="connsiteX0" fmla="*/ 5193716 w 5201973"/>
                        <a:gd name="connsiteY0" fmla="*/ 16514 h 16514"/>
                        <a:gd name="connsiteX1" fmla="*/ 8257 w 5201973"/>
                        <a:gd name="connsiteY1" fmla="*/ 16514 h 16514"/>
                        <a:gd name="connsiteX2" fmla="*/ 0 w 5201973"/>
                        <a:gd name="connsiteY2" fmla="*/ 8257 h 16514"/>
                        <a:gd name="connsiteX3" fmla="*/ 8257 w 5201973"/>
                        <a:gd name="connsiteY3" fmla="*/ 0 h 16514"/>
                        <a:gd name="connsiteX4" fmla="*/ 5193716 w 5201973"/>
                        <a:gd name="connsiteY4" fmla="*/ 0 h 16514"/>
                        <a:gd name="connsiteX5" fmla="*/ 5201973 w 5201973"/>
                        <a:gd name="connsiteY5" fmla="*/ 8257 h 16514"/>
                        <a:gd name="connsiteX6" fmla="*/ 5193716 w 5201973"/>
                        <a:gd name="connsiteY6" fmla="*/ 16514 h 165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01973" h="16514">
                          <a:moveTo>
                            <a:pt x="5193716" y="16514"/>
                          </a:move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5193716" y="0"/>
                          </a:lnTo>
                          <a:cubicBezTo>
                            <a:pt x="5198274" y="0"/>
                            <a:pt x="5201973" y="3699"/>
                            <a:pt x="5201973" y="8257"/>
                          </a:cubicBezTo>
                          <a:cubicBezTo>
                            <a:pt x="5201973" y="12815"/>
                            <a:pt x="5198274" y="16514"/>
                            <a:pt x="5193716" y="16514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10" name="Freeform: Shape 409">
                      <a:extLst>
                        <a:ext uri="{FF2B5EF4-FFF2-40B4-BE49-F238E27FC236}">
                          <a16:creationId xmlns:a16="http://schemas.microsoft.com/office/drawing/2014/main" id="{F7A4592B-C045-6FCD-377A-CE675532B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5968" y="571125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11" name="Freeform: Shape 410">
                      <a:extLst>
                        <a:ext uri="{FF2B5EF4-FFF2-40B4-BE49-F238E27FC236}">
                          <a16:creationId xmlns:a16="http://schemas.microsoft.com/office/drawing/2014/main" id="{C064C0DA-F8B5-4D4D-6665-D3A126B3B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212" y="571109"/>
                      <a:ext cx="126630" cy="126630"/>
                    </a:xfrm>
                    <a:custGeom>
                      <a:avLst/>
                      <a:gdLst>
                        <a:gd name="connsiteX0" fmla="*/ 126631 w 126630"/>
                        <a:gd name="connsiteY0" fmla="*/ 63315 h 126630"/>
                        <a:gd name="connsiteX1" fmla="*/ 63316 w 126630"/>
                        <a:gd name="connsiteY1" fmla="*/ 126631 h 126630"/>
                        <a:gd name="connsiteX2" fmla="*/ 1 w 126630"/>
                        <a:gd name="connsiteY2" fmla="*/ 63315 h 126630"/>
                        <a:gd name="connsiteX3" fmla="*/ 63316 w 126630"/>
                        <a:gd name="connsiteY3" fmla="*/ 0 h 126630"/>
                        <a:gd name="connsiteX4" fmla="*/ 126631 w 126630"/>
                        <a:gd name="connsiteY4" fmla="*/ 63315 h 1266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630" h="126630">
                          <a:moveTo>
                            <a:pt x="126631" y="63315"/>
                          </a:moveTo>
                          <a:cubicBezTo>
                            <a:pt x="126631" y="98283"/>
                            <a:pt x="98284" y="126631"/>
                            <a:pt x="63316" y="126631"/>
                          </a:cubicBezTo>
                          <a:cubicBezTo>
                            <a:pt x="28349" y="126631"/>
                            <a:pt x="1" y="98283"/>
                            <a:pt x="1" y="63315"/>
                          </a:cubicBezTo>
                          <a:cubicBezTo>
                            <a:pt x="1" y="28347"/>
                            <a:pt x="28349" y="0"/>
                            <a:pt x="63316" y="0"/>
                          </a:cubicBezTo>
                          <a:cubicBezTo>
                            <a:pt x="98284" y="0"/>
                            <a:pt x="126631" y="28347"/>
                            <a:pt x="126631" y="63315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sp>
                <p:nvSpPr>
                  <p:cNvPr id="412" name="Freeform: Shape 411">
                    <a:extLst>
                      <a:ext uri="{FF2B5EF4-FFF2-40B4-BE49-F238E27FC236}">
                        <a16:creationId xmlns:a16="http://schemas.microsoft.com/office/drawing/2014/main" id="{17613262-F765-FC4D-2B51-DEB803C7CFBD}"/>
                      </a:ext>
                    </a:extLst>
                  </p:cNvPr>
                  <p:cNvSpPr/>
                  <p:nvPr/>
                </p:nvSpPr>
                <p:spPr>
                  <a:xfrm>
                    <a:off x="9541174" y="-264973"/>
                    <a:ext cx="1940212" cy="1940203"/>
                  </a:xfrm>
                  <a:custGeom>
                    <a:avLst/>
                    <a:gdLst>
                      <a:gd name="connsiteX0" fmla="*/ 8261 w 1940212"/>
                      <a:gd name="connsiteY0" fmla="*/ 1940203 h 1940203"/>
                      <a:gd name="connsiteX1" fmla="*/ 2415 w 1940212"/>
                      <a:gd name="connsiteY1" fmla="*/ 1937792 h 1940203"/>
                      <a:gd name="connsiteX2" fmla="*/ 2415 w 1940212"/>
                      <a:gd name="connsiteY2" fmla="*/ 1926117 h 1940203"/>
                      <a:gd name="connsiteX3" fmla="*/ 1926122 w 1940212"/>
                      <a:gd name="connsiteY3" fmla="*/ 2415 h 1940203"/>
                      <a:gd name="connsiteX4" fmla="*/ 1937797 w 1940212"/>
                      <a:gd name="connsiteY4" fmla="*/ 2415 h 1940203"/>
                      <a:gd name="connsiteX5" fmla="*/ 1937797 w 1940212"/>
                      <a:gd name="connsiteY5" fmla="*/ 14091 h 1940203"/>
                      <a:gd name="connsiteX6" fmla="*/ 14091 w 1940212"/>
                      <a:gd name="connsiteY6" fmla="*/ 1937776 h 1940203"/>
                      <a:gd name="connsiteX7" fmla="*/ 8261 w 1940212"/>
                      <a:gd name="connsiteY7" fmla="*/ 1940203 h 19402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40212" h="1940203">
                        <a:moveTo>
                          <a:pt x="8261" y="1940203"/>
                        </a:moveTo>
                        <a:cubicBezTo>
                          <a:pt x="6148" y="1940203"/>
                          <a:pt x="4034" y="1939394"/>
                          <a:pt x="2415" y="1937792"/>
                        </a:cubicBezTo>
                        <a:cubicBezTo>
                          <a:pt x="-805" y="1934572"/>
                          <a:pt x="-805" y="1929337"/>
                          <a:pt x="2415" y="1926117"/>
                        </a:cubicBezTo>
                        <a:lnTo>
                          <a:pt x="1926122" y="2415"/>
                        </a:lnTo>
                        <a:cubicBezTo>
                          <a:pt x="1929343" y="-805"/>
                          <a:pt x="1934577" y="-805"/>
                          <a:pt x="1937797" y="2415"/>
                        </a:cubicBezTo>
                        <a:cubicBezTo>
                          <a:pt x="1941018" y="5635"/>
                          <a:pt x="1941018" y="10870"/>
                          <a:pt x="1937797" y="14091"/>
                        </a:cubicBezTo>
                        <a:lnTo>
                          <a:pt x="14091" y="1937776"/>
                        </a:lnTo>
                        <a:cubicBezTo>
                          <a:pt x="12490" y="1939394"/>
                          <a:pt x="10375" y="1940203"/>
                          <a:pt x="8261" y="1940203"/>
                        </a:cubicBez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3" name="Freeform: Shape 412">
                    <a:extLst>
                      <a:ext uri="{FF2B5EF4-FFF2-40B4-BE49-F238E27FC236}">
                        <a16:creationId xmlns:a16="http://schemas.microsoft.com/office/drawing/2014/main" id="{63510D3C-FB33-AADB-F162-9E8EB3945C85}"/>
                      </a:ext>
                    </a:extLst>
                  </p:cNvPr>
                  <p:cNvSpPr/>
                  <p:nvPr/>
                </p:nvSpPr>
                <p:spPr>
                  <a:xfrm>
                    <a:off x="9780383" y="-157895"/>
                    <a:ext cx="1940195" cy="1940219"/>
                  </a:xfrm>
                  <a:custGeom>
                    <a:avLst/>
                    <a:gdLst>
                      <a:gd name="connsiteX0" fmla="*/ 8244 w 1940195"/>
                      <a:gd name="connsiteY0" fmla="*/ 1940220 h 1940219"/>
                      <a:gd name="connsiteX1" fmla="*/ 2415 w 1940195"/>
                      <a:gd name="connsiteY1" fmla="*/ 1937809 h 1940219"/>
                      <a:gd name="connsiteX2" fmla="*/ 2415 w 1940195"/>
                      <a:gd name="connsiteY2" fmla="*/ 1926133 h 1940219"/>
                      <a:gd name="connsiteX3" fmla="*/ 1926105 w 1940195"/>
                      <a:gd name="connsiteY3" fmla="*/ 2415 h 1940219"/>
                      <a:gd name="connsiteX4" fmla="*/ 1937780 w 1940195"/>
                      <a:gd name="connsiteY4" fmla="*/ 2415 h 1940219"/>
                      <a:gd name="connsiteX5" fmla="*/ 1937780 w 1940195"/>
                      <a:gd name="connsiteY5" fmla="*/ 14091 h 1940219"/>
                      <a:gd name="connsiteX6" fmla="*/ 14090 w 1940195"/>
                      <a:gd name="connsiteY6" fmla="*/ 1937792 h 1940219"/>
                      <a:gd name="connsiteX7" fmla="*/ 8244 w 1940195"/>
                      <a:gd name="connsiteY7" fmla="*/ 1940220 h 19402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40195" h="1940219">
                        <a:moveTo>
                          <a:pt x="8244" y="1940220"/>
                        </a:moveTo>
                        <a:cubicBezTo>
                          <a:pt x="6131" y="1940220"/>
                          <a:pt x="4017" y="1939410"/>
                          <a:pt x="2415" y="1937809"/>
                        </a:cubicBezTo>
                        <a:cubicBezTo>
                          <a:pt x="-805" y="1934588"/>
                          <a:pt x="-805" y="1929353"/>
                          <a:pt x="2415" y="1926133"/>
                        </a:cubicBezTo>
                        <a:lnTo>
                          <a:pt x="1926105" y="2415"/>
                        </a:lnTo>
                        <a:cubicBezTo>
                          <a:pt x="1929324" y="-805"/>
                          <a:pt x="1934560" y="-805"/>
                          <a:pt x="1937780" y="2415"/>
                        </a:cubicBezTo>
                        <a:cubicBezTo>
                          <a:pt x="1941001" y="5635"/>
                          <a:pt x="1941001" y="10870"/>
                          <a:pt x="1937780" y="14091"/>
                        </a:cubicBezTo>
                        <a:lnTo>
                          <a:pt x="14090" y="1937792"/>
                        </a:lnTo>
                        <a:cubicBezTo>
                          <a:pt x="12472" y="1939410"/>
                          <a:pt x="10358" y="1940220"/>
                          <a:pt x="8244" y="1940220"/>
                        </a:cubicBezTo>
                        <a:close/>
                      </a:path>
                    </a:pathLst>
                  </a:custGeom>
                  <a:solidFill>
                    <a:srgbClr val="B0B5B7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4" name="Freeform: Shape 413">
                    <a:extLst>
                      <a:ext uri="{FF2B5EF4-FFF2-40B4-BE49-F238E27FC236}">
                        <a16:creationId xmlns:a16="http://schemas.microsoft.com/office/drawing/2014/main" id="{75690A87-CC1E-8110-FA2D-2DB1FA673E4D}"/>
                      </a:ext>
                    </a:extLst>
                  </p:cNvPr>
                  <p:cNvSpPr/>
                  <p:nvPr/>
                </p:nvSpPr>
                <p:spPr>
                  <a:xfrm>
                    <a:off x="7879862" y="2609233"/>
                    <a:ext cx="3994376" cy="1227154"/>
                  </a:xfrm>
                  <a:custGeom>
                    <a:avLst/>
                    <a:gdLst>
                      <a:gd name="connsiteX0" fmla="*/ 3986119 w 3994376"/>
                      <a:gd name="connsiteY0" fmla="*/ 1227155 h 1227154"/>
                      <a:gd name="connsiteX1" fmla="*/ 1215466 w 3994376"/>
                      <a:gd name="connsiteY1" fmla="*/ 1227155 h 1227154"/>
                      <a:gd name="connsiteX2" fmla="*/ 2415 w 3994376"/>
                      <a:gd name="connsiteY2" fmla="*/ 14091 h 1227154"/>
                      <a:gd name="connsiteX3" fmla="*/ 2415 w 3994376"/>
                      <a:gd name="connsiteY3" fmla="*/ 2415 h 1227154"/>
                      <a:gd name="connsiteX4" fmla="*/ 14091 w 3994376"/>
                      <a:gd name="connsiteY4" fmla="*/ 2415 h 1227154"/>
                      <a:gd name="connsiteX5" fmla="*/ 1222303 w 3994376"/>
                      <a:gd name="connsiteY5" fmla="*/ 1210641 h 1227154"/>
                      <a:gd name="connsiteX6" fmla="*/ 3986119 w 3994376"/>
                      <a:gd name="connsiteY6" fmla="*/ 1210641 h 1227154"/>
                      <a:gd name="connsiteX7" fmla="*/ 3994376 w 3994376"/>
                      <a:gd name="connsiteY7" fmla="*/ 1218898 h 1227154"/>
                      <a:gd name="connsiteX8" fmla="*/ 3986119 w 3994376"/>
                      <a:gd name="connsiteY8" fmla="*/ 1227155 h 1227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94376" h="1227154">
                        <a:moveTo>
                          <a:pt x="3986119" y="1227155"/>
                        </a:moveTo>
                        <a:lnTo>
                          <a:pt x="1215466" y="1227155"/>
                        </a:lnTo>
                        <a:lnTo>
                          <a:pt x="2415" y="14091"/>
                        </a:lnTo>
                        <a:cubicBezTo>
                          <a:pt x="-805" y="10870"/>
                          <a:pt x="-805" y="5635"/>
                          <a:pt x="2415" y="2415"/>
                        </a:cubicBezTo>
                        <a:cubicBezTo>
                          <a:pt x="5635" y="-805"/>
                          <a:pt x="10870" y="-805"/>
                          <a:pt x="14091" y="2415"/>
                        </a:cubicBezTo>
                        <a:lnTo>
                          <a:pt x="1222303" y="1210641"/>
                        </a:lnTo>
                        <a:lnTo>
                          <a:pt x="3986119" y="1210641"/>
                        </a:lnTo>
                        <a:cubicBezTo>
                          <a:pt x="3990677" y="1210641"/>
                          <a:pt x="3994376" y="1214340"/>
                          <a:pt x="3994376" y="1218898"/>
                        </a:cubicBezTo>
                        <a:cubicBezTo>
                          <a:pt x="3994376" y="1223456"/>
                          <a:pt x="3990694" y="1227155"/>
                          <a:pt x="3986119" y="1227155"/>
                        </a:cubicBez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15" name="Graphic 7">
                  <a:extLst>
                    <a:ext uri="{FF2B5EF4-FFF2-40B4-BE49-F238E27FC236}">
                      <a16:creationId xmlns:a16="http://schemas.microsoft.com/office/drawing/2014/main" id="{5C53849E-1A65-9859-1889-955AA9772AD7}"/>
                    </a:ext>
                  </a:extLst>
                </p:cNvPr>
                <p:cNvGrpSpPr/>
                <p:nvPr/>
              </p:nvGrpSpPr>
              <p:grpSpPr>
                <a:xfrm>
                  <a:off x="5695781" y="2693657"/>
                  <a:ext cx="1648950" cy="194615"/>
                  <a:chOff x="5695781" y="2693657"/>
                  <a:chExt cx="1648950" cy="194615"/>
                </a:xfrm>
                <a:solidFill>
                  <a:srgbClr val="CED6DB"/>
                </a:solidFill>
              </p:grpSpPr>
              <p:sp>
                <p:nvSpPr>
                  <p:cNvPr id="416" name="Freeform: Shape 415">
                    <a:extLst>
                      <a:ext uri="{FF2B5EF4-FFF2-40B4-BE49-F238E27FC236}">
                        <a16:creationId xmlns:a16="http://schemas.microsoft.com/office/drawing/2014/main" id="{AA0D80E8-453C-98DF-D442-30C7E157F68D}"/>
                      </a:ext>
                    </a:extLst>
                  </p:cNvPr>
                  <p:cNvSpPr/>
                  <p:nvPr/>
                </p:nvSpPr>
                <p:spPr>
                  <a:xfrm>
                    <a:off x="5695781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47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7" name="Freeform: Shape 416">
                    <a:extLst>
                      <a:ext uri="{FF2B5EF4-FFF2-40B4-BE49-F238E27FC236}">
                        <a16:creationId xmlns:a16="http://schemas.microsoft.com/office/drawing/2014/main" id="{71C64207-1CEC-825B-F481-7D8DCC316B47}"/>
                      </a:ext>
                    </a:extLst>
                  </p:cNvPr>
                  <p:cNvSpPr/>
                  <p:nvPr/>
                </p:nvSpPr>
                <p:spPr>
                  <a:xfrm>
                    <a:off x="5890384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28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63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28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8" name="Freeform: Shape 417">
                    <a:extLst>
                      <a:ext uri="{FF2B5EF4-FFF2-40B4-BE49-F238E27FC236}">
                        <a16:creationId xmlns:a16="http://schemas.microsoft.com/office/drawing/2014/main" id="{44F30A45-4AA7-1A8A-0C6E-0DAA0A4BC99A}"/>
                      </a:ext>
                    </a:extLst>
                  </p:cNvPr>
                  <p:cNvSpPr/>
                  <p:nvPr/>
                </p:nvSpPr>
                <p:spPr>
                  <a:xfrm>
                    <a:off x="6085004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47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9" name="Freeform: Shape 418">
                    <a:extLst>
                      <a:ext uri="{FF2B5EF4-FFF2-40B4-BE49-F238E27FC236}">
                        <a16:creationId xmlns:a16="http://schemas.microsoft.com/office/drawing/2014/main" id="{8BF72747-7143-0FFE-04B4-95B46CC81C41}"/>
                      </a:ext>
                    </a:extLst>
                  </p:cNvPr>
                  <p:cNvSpPr/>
                  <p:nvPr/>
                </p:nvSpPr>
                <p:spPr>
                  <a:xfrm>
                    <a:off x="6279607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63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0" name="Freeform: Shape 419">
                    <a:extLst>
                      <a:ext uri="{FF2B5EF4-FFF2-40B4-BE49-F238E27FC236}">
                        <a16:creationId xmlns:a16="http://schemas.microsoft.com/office/drawing/2014/main" id="{25A53C81-5E81-C82E-C784-60D9CA8C1350}"/>
                      </a:ext>
                    </a:extLst>
                  </p:cNvPr>
                  <p:cNvSpPr/>
                  <p:nvPr/>
                </p:nvSpPr>
                <p:spPr>
                  <a:xfrm>
                    <a:off x="6474210" y="2693657"/>
                    <a:ext cx="259091" cy="161640"/>
                  </a:xfrm>
                  <a:custGeom>
                    <a:avLst/>
                    <a:gdLst>
                      <a:gd name="connsiteX0" fmla="*/ 259091 w 259091"/>
                      <a:gd name="connsiteY0" fmla="*/ 161641 h 161640"/>
                      <a:gd name="connsiteX1" fmla="*/ 155845 w 259091"/>
                      <a:gd name="connsiteY1" fmla="*/ 161641 h 161640"/>
                      <a:gd name="connsiteX2" fmla="*/ 0 w 259091"/>
                      <a:gd name="connsiteY2" fmla="*/ 0 h 161640"/>
                      <a:gd name="connsiteX3" fmla="*/ 103263 w 259091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91" h="161640">
                        <a:moveTo>
                          <a:pt x="259091" y="161641"/>
                        </a:moveTo>
                        <a:lnTo>
                          <a:pt x="155845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1" name="Freeform: Shape 420">
                    <a:extLst>
                      <a:ext uri="{FF2B5EF4-FFF2-40B4-BE49-F238E27FC236}">
                        <a16:creationId xmlns:a16="http://schemas.microsoft.com/office/drawing/2014/main" id="{EAC17436-4791-91EE-017A-E9867744854C}"/>
                      </a:ext>
                    </a:extLst>
                  </p:cNvPr>
                  <p:cNvSpPr/>
                  <p:nvPr/>
                </p:nvSpPr>
                <p:spPr>
                  <a:xfrm>
                    <a:off x="6668830" y="2693657"/>
                    <a:ext cx="259091" cy="161640"/>
                  </a:xfrm>
                  <a:custGeom>
                    <a:avLst/>
                    <a:gdLst>
                      <a:gd name="connsiteX0" fmla="*/ 259091 w 259091"/>
                      <a:gd name="connsiteY0" fmla="*/ 161641 h 161640"/>
                      <a:gd name="connsiteX1" fmla="*/ 155828 w 259091"/>
                      <a:gd name="connsiteY1" fmla="*/ 161641 h 161640"/>
                      <a:gd name="connsiteX2" fmla="*/ 0 w 259091"/>
                      <a:gd name="connsiteY2" fmla="*/ 0 h 161640"/>
                      <a:gd name="connsiteX3" fmla="*/ 103247 w 259091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91" h="161640">
                        <a:moveTo>
                          <a:pt x="259091" y="161641"/>
                        </a:moveTo>
                        <a:lnTo>
                          <a:pt x="155828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2" name="Freeform: Shape 421">
                    <a:extLst>
                      <a:ext uri="{FF2B5EF4-FFF2-40B4-BE49-F238E27FC236}">
                        <a16:creationId xmlns:a16="http://schemas.microsoft.com/office/drawing/2014/main" id="{D04E06E4-E6D2-CF77-F265-FD5E5A1B022D}"/>
                      </a:ext>
                    </a:extLst>
                  </p:cNvPr>
                  <p:cNvSpPr/>
                  <p:nvPr/>
                </p:nvSpPr>
                <p:spPr>
                  <a:xfrm>
                    <a:off x="6863450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30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30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3" name="Freeform: Shape 422">
                    <a:extLst>
                      <a:ext uri="{FF2B5EF4-FFF2-40B4-BE49-F238E27FC236}">
                        <a16:creationId xmlns:a16="http://schemas.microsoft.com/office/drawing/2014/main" id="{0E72D87E-C2B5-09A6-76C1-4FD51EA4403C}"/>
                      </a:ext>
                    </a:extLst>
                  </p:cNvPr>
                  <p:cNvSpPr/>
                  <p:nvPr/>
                </p:nvSpPr>
                <p:spPr>
                  <a:xfrm>
                    <a:off x="7058070" y="2693657"/>
                    <a:ext cx="259057" cy="161640"/>
                  </a:xfrm>
                  <a:custGeom>
                    <a:avLst/>
                    <a:gdLst>
                      <a:gd name="connsiteX0" fmla="*/ 259058 w 259057"/>
                      <a:gd name="connsiteY0" fmla="*/ 161641 h 161640"/>
                      <a:gd name="connsiteX1" fmla="*/ 155795 w 259057"/>
                      <a:gd name="connsiteY1" fmla="*/ 161641 h 161640"/>
                      <a:gd name="connsiteX2" fmla="*/ 0 w 259057"/>
                      <a:gd name="connsiteY2" fmla="*/ 0 h 161640"/>
                      <a:gd name="connsiteX3" fmla="*/ 103247 w 259057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57" h="161640">
                        <a:moveTo>
                          <a:pt x="259058" y="161641"/>
                        </a:moveTo>
                        <a:lnTo>
                          <a:pt x="155795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24" name="Graphic 7">
                  <a:extLst>
                    <a:ext uri="{FF2B5EF4-FFF2-40B4-BE49-F238E27FC236}">
                      <a16:creationId xmlns:a16="http://schemas.microsoft.com/office/drawing/2014/main" id="{DADE0250-BDA3-7983-306F-363E66C88DF6}"/>
                    </a:ext>
                  </a:extLst>
                </p:cNvPr>
                <p:cNvGrpSpPr/>
                <p:nvPr/>
              </p:nvGrpSpPr>
              <p:grpSpPr>
                <a:xfrm>
                  <a:off x="3584258" y="4043111"/>
                  <a:ext cx="3058164" cy="360938"/>
                  <a:chOff x="3584258" y="4043111"/>
                  <a:chExt cx="3058164" cy="360938"/>
                </a:xfrm>
                <a:solidFill>
                  <a:srgbClr val="CED6DB"/>
                </a:solidFill>
              </p:grpSpPr>
              <p:sp>
                <p:nvSpPr>
                  <p:cNvPr id="425" name="Freeform: Shape 424">
                    <a:extLst>
                      <a:ext uri="{FF2B5EF4-FFF2-40B4-BE49-F238E27FC236}">
                        <a16:creationId xmlns:a16="http://schemas.microsoft.com/office/drawing/2014/main" id="{25DD0433-D409-9BAA-3F04-C5933F9B8719}"/>
                      </a:ext>
                    </a:extLst>
                  </p:cNvPr>
                  <p:cNvSpPr/>
                  <p:nvPr/>
                </p:nvSpPr>
                <p:spPr>
                  <a:xfrm>
                    <a:off x="3584258" y="4043111"/>
                    <a:ext cx="480480" cy="299781"/>
                  </a:xfrm>
                  <a:custGeom>
                    <a:avLst/>
                    <a:gdLst>
                      <a:gd name="connsiteX0" fmla="*/ 480481 w 480480"/>
                      <a:gd name="connsiteY0" fmla="*/ 299782 h 299781"/>
                      <a:gd name="connsiteX1" fmla="*/ 288966 w 480480"/>
                      <a:gd name="connsiteY1" fmla="*/ 299782 h 299781"/>
                      <a:gd name="connsiteX2" fmla="*/ 0 w 480480"/>
                      <a:gd name="connsiteY2" fmla="*/ 0 h 299781"/>
                      <a:gd name="connsiteX3" fmla="*/ 191482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480481" y="299782"/>
                        </a:moveTo>
                        <a:lnTo>
                          <a:pt x="288966" y="299782"/>
                        </a:lnTo>
                        <a:lnTo>
                          <a:pt x="0" y="0"/>
                        </a:lnTo>
                        <a:lnTo>
                          <a:pt x="1914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6" name="Freeform: Shape 425">
                    <a:extLst>
                      <a:ext uri="{FF2B5EF4-FFF2-40B4-BE49-F238E27FC236}">
                        <a16:creationId xmlns:a16="http://schemas.microsoft.com/office/drawing/2014/main" id="{AB69B81D-A600-E8DE-75B1-8AF441EEA860}"/>
                      </a:ext>
                    </a:extLst>
                  </p:cNvPr>
                  <p:cNvSpPr/>
                  <p:nvPr/>
                </p:nvSpPr>
                <p:spPr>
                  <a:xfrm>
                    <a:off x="3945160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8998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8998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7" name="Freeform: Shape 426">
                    <a:extLst>
                      <a:ext uri="{FF2B5EF4-FFF2-40B4-BE49-F238E27FC236}">
                        <a16:creationId xmlns:a16="http://schemas.microsoft.com/office/drawing/2014/main" id="{14174501-1B59-3ECE-A16D-5B9D03231A91}"/>
                      </a:ext>
                    </a:extLst>
                  </p:cNvPr>
                  <p:cNvSpPr/>
                  <p:nvPr/>
                </p:nvSpPr>
                <p:spPr>
                  <a:xfrm>
                    <a:off x="4306094" y="4043111"/>
                    <a:ext cx="480513" cy="299781"/>
                  </a:xfrm>
                  <a:custGeom>
                    <a:avLst/>
                    <a:gdLst>
                      <a:gd name="connsiteX0" fmla="*/ 480513 w 480513"/>
                      <a:gd name="connsiteY0" fmla="*/ 299782 h 299781"/>
                      <a:gd name="connsiteX1" fmla="*/ 288999 w 480513"/>
                      <a:gd name="connsiteY1" fmla="*/ 299782 h 299781"/>
                      <a:gd name="connsiteX2" fmla="*/ 0 w 480513"/>
                      <a:gd name="connsiteY2" fmla="*/ 0 h 299781"/>
                      <a:gd name="connsiteX3" fmla="*/ 191515 w 480513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513" h="299781">
                        <a:moveTo>
                          <a:pt x="480513" y="299782"/>
                        </a:moveTo>
                        <a:lnTo>
                          <a:pt x="288999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8" name="Freeform: Shape 427">
                    <a:extLst>
                      <a:ext uri="{FF2B5EF4-FFF2-40B4-BE49-F238E27FC236}">
                        <a16:creationId xmlns:a16="http://schemas.microsoft.com/office/drawing/2014/main" id="{5283F9CA-9FFF-F484-7EE1-1C7D8EE538E8}"/>
                      </a:ext>
                    </a:extLst>
                  </p:cNvPr>
                  <p:cNvSpPr/>
                  <p:nvPr/>
                </p:nvSpPr>
                <p:spPr>
                  <a:xfrm>
                    <a:off x="4667028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8982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8982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9" name="Freeform: Shape 428">
                    <a:extLst>
                      <a:ext uri="{FF2B5EF4-FFF2-40B4-BE49-F238E27FC236}">
                        <a16:creationId xmlns:a16="http://schemas.microsoft.com/office/drawing/2014/main" id="{68DB22F6-017F-4092-4347-0629D587A8D5}"/>
                      </a:ext>
                    </a:extLst>
                  </p:cNvPr>
                  <p:cNvSpPr/>
                  <p:nvPr/>
                </p:nvSpPr>
                <p:spPr>
                  <a:xfrm>
                    <a:off x="5027946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9015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9015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0" name="Freeform: Shape 429">
                    <a:extLst>
                      <a:ext uri="{FF2B5EF4-FFF2-40B4-BE49-F238E27FC236}">
                        <a16:creationId xmlns:a16="http://schemas.microsoft.com/office/drawing/2014/main" id="{0B45389C-9AA3-4F31-97EA-79C4884F9CC0}"/>
                      </a:ext>
                    </a:extLst>
                  </p:cNvPr>
                  <p:cNvSpPr/>
                  <p:nvPr/>
                </p:nvSpPr>
                <p:spPr>
                  <a:xfrm>
                    <a:off x="5388880" y="4043111"/>
                    <a:ext cx="480513" cy="299781"/>
                  </a:xfrm>
                  <a:custGeom>
                    <a:avLst/>
                    <a:gdLst>
                      <a:gd name="connsiteX0" fmla="*/ 480514 w 480513"/>
                      <a:gd name="connsiteY0" fmla="*/ 299782 h 299781"/>
                      <a:gd name="connsiteX1" fmla="*/ 288999 w 480513"/>
                      <a:gd name="connsiteY1" fmla="*/ 299782 h 299781"/>
                      <a:gd name="connsiteX2" fmla="*/ 0 w 480513"/>
                      <a:gd name="connsiteY2" fmla="*/ 0 h 299781"/>
                      <a:gd name="connsiteX3" fmla="*/ 191499 w 480513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513" h="299781">
                        <a:moveTo>
                          <a:pt x="480514" y="299782"/>
                        </a:moveTo>
                        <a:lnTo>
                          <a:pt x="288999" y="299782"/>
                        </a:lnTo>
                        <a:lnTo>
                          <a:pt x="0" y="0"/>
                        </a:lnTo>
                        <a:lnTo>
                          <a:pt x="1914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1" name="Freeform: Shape 430">
                    <a:extLst>
                      <a:ext uri="{FF2B5EF4-FFF2-40B4-BE49-F238E27FC236}">
                        <a16:creationId xmlns:a16="http://schemas.microsoft.com/office/drawing/2014/main" id="{E8065AB6-582E-DCBE-C06D-BB944B66CF7C}"/>
                      </a:ext>
                    </a:extLst>
                  </p:cNvPr>
                  <p:cNvSpPr/>
                  <p:nvPr/>
                </p:nvSpPr>
                <p:spPr>
                  <a:xfrm>
                    <a:off x="5749848" y="4043111"/>
                    <a:ext cx="480480" cy="299781"/>
                  </a:xfrm>
                  <a:custGeom>
                    <a:avLst/>
                    <a:gdLst>
                      <a:gd name="connsiteX0" fmla="*/ 480481 w 480480"/>
                      <a:gd name="connsiteY0" fmla="*/ 299782 h 299781"/>
                      <a:gd name="connsiteX1" fmla="*/ 288949 w 480480"/>
                      <a:gd name="connsiteY1" fmla="*/ 299782 h 299781"/>
                      <a:gd name="connsiteX2" fmla="*/ 0 w 480480"/>
                      <a:gd name="connsiteY2" fmla="*/ 0 h 299781"/>
                      <a:gd name="connsiteX3" fmla="*/ 191449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480481" y="299782"/>
                        </a:moveTo>
                        <a:lnTo>
                          <a:pt x="288949" y="299782"/>
                        </a:lnTo>
                        <a:lnTo>
                          <a:pt x="0" y="0"/>
                        </a:lnTo>
                        <a:lnTo>
                          <a:pt x="19144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2" name="Freeform: Shape 431">
                    <a:extLst>
                      <a:ext uri="{FF2B5EF4-FFF2-40B4-BE49-F238E27FC236}">
                        <a16:creationId xmlns:a16="http://schemas.microsoft.com/office/drawing/2014/main" id="{4ECA3075-842B-E602-0BB0-DC5E0D209FAD}"/>
                      </a:ext>
                    </a:extLst>
                  </p:cNvPr>
                  <p:cNvSpPr/>
                  <p:nvPr/>
                </p:nvSpPr>
                <p:spPr>
                  <a:xfrm>
                    <a:off x="6110766" y="4043111"/>
                    <a:ext cx="480464" cy="299781"/>
                  </a:xfrm>
                  <a:custGeom>
                    <a:avLst/>
                    <a:gdLst>
                      <a:gd name="connsiteX0" fmla="*/ 480464 w 480464"/>
                      <a:gd name="connsiteY0" fmla="*/ 299782 h 299781"/>
                      <a:gd name="connsiteX1" fmla="*/ 288949 w 480464"/>
                      <a:gd name="connsiteY1" fmla="*/ 299782 h 299781"/>
                      <a:gd name="connsiteX2" fmla="*/ 0 w 480464"/>
                      <a:gd name="connsiteY2" fmla="*/ 0 h 299781"/>
                      <a:gd name="connsiteX3" fmla="*/ 191482 w 480464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64" h="299781">
                        <a:moveTo>
                          <a:pt x="480464" y="299782"/>
                        </a:moveTo>
                        <a:lnTo>
                          <a:pt x="288949" y="299782"/>
                        </a:lnTo>
                        <a:lnTo>
                          <a:pt x="0" y="0"/>
                        </a:lnTo>
                        <a:lnTo>
                          <a:pt x="1914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33" name="Graphic 7">
                  <a:extLst>
                    <a:ext uri="{FF2B5EF4-FFF2-40B4-BE49-F238E27FC236}">
                      <a16:creationId xmlns:a16="http://schemas.microsoft.com/office/drawing/2014/main" id="{ABA3487B-D926-97E3-716D-765DF5EA76A4}"/>
                    </a:ext>
                  </a:extLst>
                </p:cNvPr>
                <p:cNvGrpSpPr/>
                <p:nvPr/>
              </p:nvGrpSpPr>
              <p:grpSpPr>
                <a:xfrm>
                  <a:off x="7676560" y="-63084"/>
                  <a:ext cx="3058164" cy="360938"/>
                  <a:chOff x="7676560" y="-63084"/>
                  <a:chExt cx="3058164" cy="360938"/>
                </a:xfrm>
                <a:solidFill>
                  <a:srgbClr val="CED6DB"/>
                </a:solidFill>
              </p:grpSpPr>
              <p:sp>
                <p:nvSpPr>
                  <p:cNvPr id="434" name="Freeform: Shape 433">
                    <a:extLst>
                      <a:ext uri="{FF2B5EF4-FFF2-40B4-BE49-F238E27FC236}">
                        <a16:creationId xmlns:a16="http://schemas.microsoft.com/office/drawing/2014/main" id="{0BDAFF05-A60E-60A2-C5E9-93269B827ABC}"/>
                      </a:ext>
                    </a:extLst>
                  </p:cNvPr>
                  <p:cNvSpPr/>
                  <p:nvPr/>
                </p:nvSpPr>
                <p:spPr>
                  <a:xfrm>
                    <a:off x="10203051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515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8981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515" y="299782"/>
                        </a:lnTo>
                        <a:lnTo>
                          <a:pt x="480480" y="0"/>
                        </a:lnTo>
                        <a:lnTo>
                          <a:pt x="28898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5" name="Freeform: Shape 434">
                    <a:extLst>
                      <a:ext uri="{FF2B5EF4-FFF2-40B4-BE49-F238E27FC236}">
                        <a16:creationId xmlns:a16="http://schemas.microsoft.com/office/drawing/2014/main" id="{B80DC850-99CB-5559-15C2-BDC14BD23597}"/>
                      </a:ext>
                    </a:extLst>
                  </p:cNvPr>
                  <p:cNvSpPr/>
                  <p:nvPr/>
                </p:nvSpPr>
                <p:spPr>
                  <a:xfrm>
                    <a:off x="9842133" y="-63084"/>
                    <a:ext cx="480481" cy="299781"/>
                  </a:xfrm>
                  <a:custGeom>
                    <a:avLst/>
                    <a:gdLst>
                      <a:gd name="connsiteX0" fmla="*/ 0 w 480481"/>
                      <a:gd name="connsiteY0" fmla="*/ 299782 h 299781"/>
                      <a:gd name="connsiteX1" fmla="*/ 191499 w 480481"/>
                      <a:gd name="connsiteY1" fmla="*/ 299782 h 299781"/>
                      <a:gd name="connsiteX2" fmla="*/ 480481 w 480481"/>
                      <a:gd name="connsiteY2" fmla="*/ 0 h 299781"/>
                      <a:gd name="connsiteX3" fmla="*/ 288982 w 480481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1" h="299781">
                        <a:moveTo>
                          <a:pt x="0" y="299782"/>
                        </a:moveTo>
                        <a:lnTo>
                          <a:pt x="191499" y="299782"/>
                        </a:lnTo>
                        <a:lnTo>
                          <a:pt x="480481" y="0"/>
                        </a:lnTo>
                        <a:lnTo>
                          <a:pt x="2889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6" name="Freeform: Shape 435">
                    <a:extLst>
                      <a:ext uri="{FF2B5EF4-FFF2-40B4-BE49-F238E27FC236}">
                        <a16:creationId xmlns:a16="http://schemas.microsoft.com/office/drawing/2014/main" id="{79405AC6-A902-C001-30CE-B70A02723EE4}"/>
                      </a:ext>
                    </a:extLst>
                  </p:cNvPr>
                  <p:cNvSpPr/>
                  <p:nvPr/>
                </p:nvSpPr>
                <p:spPr>
                  <a:xfrm>
                    <a:off x="9481182" y="-63084"/>
                    <a:ext cx="480497" cy="299781"/>
                  </a:xfrm>
                  <a:custGeom>
                    <a:avLst/>
                    <a:gdLst>
                      <a:gd name="connsiteX0" fmla="*/ 0 w 480497"/>
                      <a:gd name="connsiteY0" fmla="*/ 299782 h 299781"/>
                      <a:gd name="connsiteX1" fmla="*/ 191515 w 480497"/>
                      <a:gd name="connsiteY1" fmla="*/ 299782 h 299781"/>
                      <a:gd name="connsiteX2" fmla="*/ 480497 w 480497"/>
                      <a:gd name="connsiteY2" fmla="*/ 0 h 299781"/>
                      <a:gd name="connsiteX3" fmla="*/ 288999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0" y="299782"/>
                        </a:moveTo>
                        <a:lnTo>
                          <a:pt x="191515" y="299782"/>
                        </a:lnTo>
                        <a:lnTo>
                          <a:pt x="480497" y="0"/>
                        </a:lnTo>
                        <a:lnTo>
                          <a:pt x="2889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7" name="Freeform: Shape 436">
                    <a:extLst>
                      <a:ext uri="{FF2B5EF4-FFF2-40B4-BE49-F238E27FC236}">
                        <a16:creationId xmlns:a16="http://schemas.microsoft.com/office/drawing/2014/main" id="{BECFE238-9119-A53D-8FB7-BD09CE51F8BA}"/>
                      </a:ext>
                    </a:extLst>
                  </p:cNvPr>
                  <p:cNvSpPr/>
                  <p:nvPr/>
                </p:nvSpPr>
                <p:spPr>
                  <a:xfrm>
                    <a:off x="9120264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499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8999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499" y="299782"/>
                        </a:lnTo>
                        <a:lnTo>
                          <a:pt x="480480" y="0"/>
                        </a:lnTo>
                        <a:lnTo>
                          <a:pt x="2889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8" name="Freeform: Shape 437">
                    <a:extLst>
                      <a:ext uri="{FF2B5EF4-FFF2-40B4-BE49-F238E27FC236}">
                        <a16:creationId xmlns:a16="http://schemas.microsoft.com/office/drawing/2014/main" id="{CA591494-FD67-00CC-D7EA-9F52C6A22C94}"/>
                      </a:ext>
                    </a:extLst>
                  </p:cNvPr>
                  <p:cNvSpPr/>
                  <p:nvPr/>
                </p:nvSpPr>
                <p:spPr>
                  <a:xfrm>
                    <a:off x="8759347" y="-63084"/>
                    <a:ext cx="480496" cy="299781"/>
                  </a:xfrm>
                  <a:custGeom>
                    <a:avLst/>
                    <a:gdLst>
                      <a:gd name="connsiteX0" fmla="*/ 0 w 480496"/>
                      <a:gd name="connsiteY0" fmla="*/ 299782 h 299781"/>
                      <a:gd name="connsiteX1" fmla="*/ 191482 w 480496"/>
                      <a:gd name="connsiteY1" fmla="*/ 299782 h 299781"/>
                      <a:gd name="connsiteX2" fmla="*/ 480496 w 480496"/>
                      <a:gd name="connsiteY2" fmla="*/ 0 h 299781"/>
                      <a:gd name="connsiteX3" fmla="*/ 288981 w 480496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6" h="299781">
                        <a:moveTo>
                          <a:pt x="0" y="299782"/>
                        </a:moveTo>
                        <a:lnTo>
                          <a:pt x="191482" y="299782"/>
                        </a:lnTo>
                        <a:lnTo>
                          <a:pt x="480496" y="0"/>
                        </a:lnTo>
                        <a:lnTo>
                          <a:pt x="28898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9" name="Freeform: Shape 438">
                    <a:extLst>
                      <a:ext uri="{FF2B5EF4-FFF2-40B4-BE49-F238E27FC236}">
                        <a16:creationId xmlns:a16="http://schemas.microsoft.com/office/drawing/2014/main" id="{B3EA3A64-C9EE-1322-E88D-5A6B73EAF5B3}"/>
                      </a:ext>
                    </a:extLst>
                  </p:cNvPr>
                  <p:cNvSpPr/>
                  <p:nvPr/>
                </p:nvSpPr>
                <p:spPr>
                  <a:xfrm>
                    <a:off x="8398396" y="-63084"/>
                    <a:ext cx="480496" cy="299781"/>
                  </a:xfrm>
                  <a:custGeom>
                    <a:avLst/>
                    <a:gdLst>
                      <a:gd name="connsiteX0" fmla="*/ 0 w 480496"/>
                      <a:gd name="connsiteY0" fmla="*/ 299782 h 299781"/>
                      <a:gd name="connsiteX1" fmla="*/ 191498 w 480496"/>
                      <a:gd name="connsiteY1" fmla="*/ 299782 h 299781"/>
                      <a:gd name="connsiteX2" fmla="*/ 480497 w 480496"/>
                      <a:gd name="connsiteY2" fmla="*/ 0 h 299781"/>
                      <a:gd name="connsiteX3" fmla="*/ 289015 w 480496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6" h="299781">
                        <a:moveTo>
                          <a:pt x="0" y="299782"/>
                        </a:moveTo>
                        <a:lnTo>
                          <a:pt x="191498" y="299782"/>
                        </a:lnTo>
                        <a:lnTo>
                          <a:pt x="480497" y="0"/>
                        </a:lnTo>
                        <a:lnTo>
                          <a:pt x="2890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40" name="Freeform: Shape 439">
                    <a:extLst>
                      <a:ext uri="{FF2B5EF4-FFF2-40B4-BE49-F238E27FC236}">
                        <a16:creationId xmlns:a16="http://schemas.microsoft.com/office/drawing/2014/main" id="{A6607CC4-F8AB-B69D-F0F2-264D1B3D3637}"/>
                      </a:ext>
                    </a:extLst>
                  </p:cNvPr>
                  <p:cNvSpPr/>
                  <p:nvPr/>
                </p:nvSpPr>
                <p:spPr>
                  <a:xfrm>
                    <a:off x="8037461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532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9031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532" y="299782"/>
                        </a:lnTo>
                        <a:lnTo>
                          <a:pt x="480480" y="0"/>
                        </a:lnTo>
                        <a:lnTo>
                          <a:pt x="28903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41" name="Freeform: Shape 440">
                    <a:extLst>
                      <a:ext uri="{FF2B5EF4-FFF2-40B4-BE49-F238E27FC236}">
                        <a16:creationId xmlns:a16="http://schemas.microsoft.com/office/drawing/2014/main" id="{F83CF0FB-3AB6-D5A6-CEA0-7117D5E85304}"/>
                      </a:ext>
                    </a:extLst>
                  </p:cNvPr>
                  <p:cNvSpPr/>
                  <p:nvPr/>
                </p:nvSpPr>
                <p:spPr>
                  <a:xfrm>
                    <a:off x="7676560" y="-63084"/>
                    <a:ext cx="480447" cy="299781"/>
                  </a:xfrm>
                  <a:custGeom>
                    <a:avLst/>
                    <a:gdLst>
                      <a:gd name="connsiteX0" fmla="*/ 0 w 480447"/>
                      <a:gd name="connsiteY0" fmla="*/ 299782 h 299781"/>
                      <a:gd name="connsiteX1" fmla="*/ 191498 w 480447"/>
                      <a:gd name="connsiteY1" fmla="*/ 299782 h 299781"/>
                      <a:gd name="connsiteX2" fmla="*/ 480447 w 480447"/>
                      <a:gd name="connsiteY2" fmla="*/ 0 h 299781"/>
                      <a:gd name="connsiteX3" fmla="*/ 288982 w 48044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47" h="299781">
                        <a:moveTo>
                          <a:pt x="0" y="299782"/>
                        </a:moveTo>
                        <a:lnTo>
                          <a:pt x="191498" y="299782"/>
                        </a:lnTo>
                        <a:lnTo>
                          <a:pt x="480447" y="0"/>
                        </a:lnTo>
                        <a:lnTo>
                          <a:pt x="2889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</p:grpSp>
          <p:grpSp>
            <p:nvGrpSpPr>
              <p:cNvPr id="442" name="Graphic 7">
                <a:extLst>
                  <a:ext uri="{FF2B5EF4-FFF2-40B4-BE49-F238E27FC236}">
                    <a16:creationId xmlns:a16="http://schemas.microsoft.com/office/drawing/2014/main" id="{ABD34C4A-B39D-849F-1DBF-39D84E6DB39D}"/>
                  </a:ext>
                </a:extLst>
              </p:cNvPr>
              <p:cNvGrpSpPr/>
              <p:nvPr/>
            </p:nvGrpSpPr>
            <p:grpSpPr>
              <a:xfrm>
                <a:off x="716997" y="3207346"/>
                <a:ext cx="2169388" cy="392055"/>
                <a:chOff x="716997" y="3207346"/>
                <a:chExt cx="2169388" cy="392055"/>
              </a:xfrm>
              <a:solidFill>
                <a:srgbClr val="B0B5B7"/>
              </a:solidFill>
            </p:grpSpPr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74885DEF-F60F-7A92-C5BB-3EB91345DED2}"/>
                    </a:ext>
                  </a:extLst>
                </p:cNvPr>
                <p:cNvSpPr/>
                <p:nvPr/>
              </p:nvSpPr>
              <p:spPr>
                <a:xfrm>
                  <a:off x="716997" y="3207346"/>
                  <a:ext cx="301185" cy="325626"/>
                </a:xfrm>
                <a:custGeom>
                  <a:avLst/>
                  <a:gdLst>
                    <a:gd name="connsiteX0" fmla="*/ 19619 w 301185"/>
                    <a:gd name="connsiteY0" fmla="*/ 325626 h 325626"/>
                    <a:gd name="connsiteX1" fmla="*/ 136952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17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19" y="325626"/>
                      </a:moveTo>
                      <a:lnTo>
                        <a:pt x="136952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7C4E0191-4435-6033-61C6-F03B0A36FE36}"/>
                    </a:ext>
                  </a:extLst>
                </p:cNvPr>
                <p:cNvSpPr/>
                <p:nvPr/>
              </p:nvSpPr>
              <p:spPr>
                <a:xfrm>
                  <a:off x="900172" y="3207346"/>
                  <a:ext cx="301202" cy="325626"/>
                </a:xfrm>
                <a:custGeom>
                  <a:avLst/>
                  <a:gdLst>
                    <a:gd name="connsiteX0" fmla="*/ 19652 w 301202"/>
                    <a:gd name="connsiteY0" fmla="*/ 325626 h 325626"/>
                    <a:gd name="connsiteX1" fmla="*/ 136985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86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52" y="325626"/>
                      </a:moveTo>
                      <a:lnTo>
                        <a:pt x="136985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86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1115F050-5BBE-7016-02A4-96D5B8131D7B}"/>
                    </a:ext>
                  </a:extLst>
                </p:cNvPr>
                <p:cNvSpPr/>
                <p:nvPr/>
              </p:nvSpPr>
              <p:spPr>
                <a:xfrm>
                  <a:off x="1083364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E9FCFA6C-E6D3-FCC4-1990-86F4B6C79040}"/>
                    </a:ext>
                  </a:extLst>
                </p:cNvPr>
                <p:cNvSpPr/>
                <p:nvPr/>
              </p:nvSpPr>
              <p:spPr>
                <a:xfrm>
                  <a:off x="1266556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AE0EFA5B-AC90-B1F2-7885-4F6346783DB8}"/>
                    </a:ext>
                  </a:extLst>
                </p:cNvPr>
                <p:cNvSpPr/>
                <p:nvPr/>
              </p:nvSpPr>
              <p:spPr>
                <a:xfrm>
                  <a:off x="1449748" y="3207346"/>
                  <a:ext cx="301185" cy="325626"/>
                </a:xfrm>
                <a:custGeom>
                  <a:avLst/>
                  <a:gdLst>
                    <a:gd name="connsiteX0" fmla="*/ 19635 w 301185"/>
                    <a:gd name="connsiteY0" fmla="*/ 325626 h 325626"/>
                    <a:gd name="connsiteX1" fmla="*/ 136969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33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9644E84D-599C-3544-F7FE-401C0E15682A}"/>
                    </a:ext>
                  </a:extLst>
                </p:cNvPr>
                <p:cNvSpPr/>
                <p:nvPr/>
              </p:nvSpPr>
              <p:spPr>
                <a:xfrm>
                  <a:off x="1632940" y="3207346"/>
                  <a:ext cx="301186" cy="325626"/>
                </a:xfrm>
                <a:custGeom>
                  <a:avLst/>
                  <a:gdLst>
                    <a:gd name="connsiteX0" fmla="*/ 19635 w 301186"/>
                    <a:gd name="connsiteY0" fmla="*/ 325626 h 325626"/>
                    <a:gd name="connsiteX1" fmla="*/ 136969 w 301186"/>
                    <a:gd name="connsiteY1" fmla="*/ 325626 h 325626"/>
                    <a:gd name="connsiteX2" fmla="*/ 301186 w 301186"/>
                    <a:gd name="connsiteY2" fmla="*/ 171995 h 325626"/>
                    <a:gd name="connsiteX3" fmla="*/ 117317 w 301186"/>
                    <a:gd name="connsiteY3" fmla="*/ 0 h 325626"/>
                    <a:gd name="connsiteX4" fmla="*/ 0 w 301186"/>
                    <a:gd name="connsiteY4" fmla="*/ 0 h 325626"/>
                    <a:gd name="connsiteX5" fmla="*/ 183869 w 301186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6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838AF237-C43B-CE90-FD22-3D3E28DE9F42}"/>
                    </a:ext>
                  </a:extLst>
                </p:cNvPr>
                <p:cNvSpPr/>
                <p:nvPr/>
              </p:nvSpPr>
              <p:spPr>
                <a:xfrm>
                  <a:off x="1816132" y="3207346"/>
                  <a:ext cx="301186" cy="325626"/>
                </a:xfrm>
                <a:custGeom>
                  <a:avLst/>
                  <a:gdLst>
                    <a:gd name="connsiteX0" fmla="*/ 19635 w 301186"/>
                    <a:gd name="connsiteY0" fmla="*/ 325626 h 325626"/>
                    <a:gd name="connsiteX1" fmla="*/ 136969 w 301186"/>
                    <a:gd name="connsiteY1" fmla="*/ 325626 h 325626"/>
                    <a:gd name="connsiteX2" fmla="*/ 301186 w 301186"/>
                    <a:gd name="connsiteY2" fmla="*/ 171995 h 325626"/>
                    <a:gd name="connsiteX3" fmla="*/ 117317 w 301186"/>
                    <a:gd name="connsiteY3" fmla="*/ 0 h 325626"/>
                    <a:gd name="connsiteX4" fmla="*/ 0 w 301186"/>
                    <a:gd name="connsiteY4" fmla="*/ 0 h 325626"/>
                    <a:gd name="connsiteX5" fmla="*/ 183853 w 301186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6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53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C90D7DAA-C229-2BB0-F2F7-B5706C388F6D}"/>
                    </a:ext>
                  </a:extLst>
                </p:cNvPr>
                <p:cNvSpPr/>
                <p:nvPr/>
              </p:nvSpPr>
              <p:spPr>
                <a:xfrm>
                  <a:off x="1999308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2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2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C1047F56-A9BA-15CC-5F1A-E106606358E6}"/>
                    </a:ext>
                  </a:extLst>
                </p:cNvPr>
                <p:cNvSpPr/>
                <p:nvPr/>
              </p:nvSpPr>
              <p:spPr>
                <a:xfrm>
                  <a:off x="2182500" y="3207346"/>
                  <a:ext cx="301202" cy="325626"/>
                </a:xfrm>
                <a:custGeom>
                  <a:avLst/>
                  <a:gdLst>
                    <a:gd name="connsiteX0" fmla="*/ 19636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4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6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4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11E7B391-5080-C2F8-6A47-F5CD97E612E2}"/>
                    </a:ext>
                  </a:extLst>
                </p:cNvPr>
                <p:cNvSpPr/>
                <p:nvPr/>
              </p:nvSpPr>
              <p:spPr>
                <a:xfrm>
                  <a:off x="2365692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17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0B7E32CE-E55C-4C27-9BBF-A6DD7471D738}"/>
                    </a:ext>
                  </a:extLst>
                </p:cNvPr>
                <p:cNvSpPr/>
                <p:nvPr/>
              </p:nvSpPr>
              <p:spPr>
                <a:xfrm>
                  <a:off x="2548884" y="3207346"/>
                  <a:ext cx="301185" cy="325626"/>
                </a:xfrm>
                <a:custGeom>
                  <a:avLst/>
                  <a:gdLst>
                    <a:gd name="connsiteX0" fmla="*/ 19635 w 301185"/>
                    <a:gd name="connsiteY0" fmla="*/ 325626 h 325626"/>
                    <a:gd name="connsiteX1" fmla="*/ 136969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17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454" name="Graphic 7">
                <a:extLst>
                  <a:ext uri="{FF2B5EF4-FFF2-40B4-BE49-F238E27FC236}">
                    <a16:creationId xmlns:a16="http://schemas.microsoft.com/office/drawing/2014/main" id="{8EEDB285-4915-30B1-5FB2-70C571A45CE8}"/>
                  </a:ext>
                </a:extLst>
              </p:cNvPr>
              <p:cNvGrpSpPr/>
              <p:nvPr/>
            </p:nvGrpSpPr>
            <p:grpSpPr>
              <a:xfrm>
                <a:off x="8013681" y="790367"/>
                <a:ext cx="1796765" cy="324691"/>
                <a:chOff x="8013681" y="790367"/>
                <a:chExt cx="1796765" cy="324691"/>
              </a:xfrm>
              <a:solidFill>
                <a:srgbClr val="CED6DB"/>
              </a:solidFill>
            </p:grpSpPr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833C2482-21BF-F461-41F5-CD2D5B158A2A}"/>
                    </a:ext>
                  </a:extLst>
                </p:cNvPr>
                <p:cNvSpPr/>
                <p:nvPr/>
              </p:nvSpPr>
              <p:spPr>
                <a:xfrm>
                  <a:off x="8013681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52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86 w 249446"/>
                    <a:gd name="connsiteY3" fmla="*/ 0 h 269676"/>
                    <a:gd name="connsiteX4" fmla="*/ 0 w 249446"/>
                    <a:gd name="connsiteY4" fmla="*/ 0 h 269676"/>
                    <a:gd name="connsiteX5" fmla="*/ 152277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52" y="269676"/>
                      </a:lnTo>
                      <a:lnTo>
                        <a:pt x="249447" y="142435"/>
                      </a:lnTo>
                      <a:lnTo>
                        <a:pt x="97186" y="0"/>
                      </a:lnTo>
                      <a:lnTo>
                        <a:pt x="0" y="0"/>
                      </a:lnTo>
                      <a:lnTo>
                        <a:pt x="152277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77D2A527-1FA2-378C-6B21-7A2622D9BA0D}"/>
                    </a:ext>
                  </a:extLst>
                </p:cNvPr>
                <p:cNvSpPr/>
                <p:nvPr/>
              </p:nvSpPr>
              <p:spPr>
                <a:xfrm>
                  <a:off x="8165397" y="790367"/>
                  <a:ext cx="249463" cy="269676"/>
                </a:xfrm>
                <a:custGeom>
                  <a:avLst/>
                  <a:gdLst>
                    <a:gd name="connsiteX0" fmla="*/ 16283 w 249463"/>
                    <a:gd name="connsiteY0" fmla="*/ 269676 h 269676"/>
                    <a:gd name="connsiteX1" fmla="*/ 113452 w 249463"/>
                    <a:gd name="connsiteY1" fmla="*/ 269676 h 269676"/>
                    <a:gd name="connsiteX2" fmla="*/ 249464 w 249463"/>
                    <a:gd name="connsiteY2" fmla="*/ 142435 h 269676"/>
                    <a:gd name="connsiteX3" fmla="*/ 97186 w 249463"/>
                    <a:gd name="connsiteY3" fmla="*/ 0 h 269676"/>
                    <a:gd name="connsiteX4" fmla="*/ 0 w 249463"/>
                    <a:gd name="connsiteY4" fmla="*/ 0 h 269676"/>
                    <a:gd name="connsiteX5" fmla="*/ 152294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83" y="269676"/>
                      </a:moveTo>
                      <a:lnTo>
                        <a:pt x="113452" y="269676"/>
                      </a:lnTo>
                      <a:lnTo>
                        <a:pt x="249464" y="142435"/>
                      </a:lnTo>
                      <a:lnTo>
                        <a:pt x="97186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23792FFA-74C3-229B-35FA-DB36B48DF961}"/>
                    </a:ext>
                  </a:extLst>
                </p:cNvPr>
                <p:cNvSpPr/>
                <p:nvPr/>
              </p:nvSpPr>
              <p:spPr>
                <a:xfrm>
                  <a:off x="8317113" y="790367"/>
                  <a:ext cx="249463" cy="269676"/>
                </a:xfrm>
                <a:custGeom>
                  <a:avLst/>
                  <a:gdLst>
                    <a:gd name="connsiteX0" fmla="*/ 16266 w 249463"/>
                    <a:gd name="connsiteY0" fmla="*/ 269676 h 269676"/>
                    <a:gd name="connsiteX1" fmla="*/ 113452 w 249463"/>
                    <a:gd name="connsiteY1" fmla="*/ 269676 h 269676"/>
                    <a:gd name="connsiteX2" fmla="*/ 249463 w 249463"/>
                    <a:gd name="connsiteY2" fmla="*/ 142435 h 269676"/>
                    <a:gd name="connsiteX3" fmla="*/ 97202 w 249463"/>
                    <a:gd name="connsiteY3" fmla="*/ 0 h 269676"/>
                    <a:gd name="connsiteX4" fmla="*/ 0 w 249463"/>
                    <a:gd name="connsiteY4" fmla="*/ 0 h 269676"/>
                    <a:gd name="connsiteX5" fmla="*/ 152294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66" y="269676"/>
                      </a:moveTo>
                      <a:lnTo>
                        <a:pt x="113452" y="269676"/>
                      </a:lnTo>
                      <a:lnTo>
                        <a:pt x="249463" y="142435"/>
                      </a:lnTo>
                      <a:lnTo>
                        <a:pt x="97202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73EA2376-3232-CFC4-11A1-394D8489623B}"/>
                    </a:ext>
                  </a:extLst>
                </p:cNvPr>
                <p:cNvSpPr/>
                <p:nvPr/>
              </p:nvSpPr>
              <p:spPr>
                <a:xfrm>
                  <a:off x="8468845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85 w 249462"/>
                    <a:gd name="connsiteY3" fmla="*/ 0 h 269676"/>
                    <a:gd name="connsiteX4" fmla="*/ 0 w 249462"/>
                    <a:gd name="connsiteY4" fmla="*/ 0 h 269676"/>
                    <a:gd name="connsiteX5" fmla="*/ 152294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85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28E94FBC-6194-9B4C-DEBB-90F630D4E9E3}"/>
                    </a:ext>
                  </a:extLst>
                </p:cNvPr>
                <p:cNvSpPr/>
                <p:nvPr/>
              </p:nvSpPr>
              <p:spPr>
                <a:xfrm>
                  <a:off x="8620578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78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56DF2E07-D73A-5DEA-EF4C-58550CEAC9DB}"/>
                    </a:ext>
                  </a:extLst>
                </p:cNvPr>
                <p:cNvSpPr/>
                <p:nvPr/>
              </p:nvSpPr>
              <p:spPr>
                <a:xfrm>
                  <a:off x="8772294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94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0399825A-CA38-4FDE-0D87-29B1644B185A}"/>
                    </a:ext>
                  </a:extLst>
                </p:cNvPr>
                <p:cNvSpPr/>
                <p:nvPr/>
              </p:nvSpPr>
              <p:spPr>
                <a:xfrm>
                  <a:off x="8924026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78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086EA9F2-42E3-0B78-2E7B-5CE5212C8A95}"/>
                    </a:ext>
                  </a:extLst>
                </p:cNvPr>
                <p:cNvSpPr/>
                <p:nvPr/>
              </p:nvSpPr>
              <p:spPr>
                <a:xfrm>
                  <a:off x="9075742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78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3B25B058-E7B8-A89D-89B6-3B17FA2A56E6}"/>
                    </a:ext>
                  </a:extLst>
                </p:cNvPr>
                <p:cNvSpPr/>
                <p:nvPr/>
              </p:nvSpPr>
              <p:spPr>
                <a:xfrm>
                  <a:off x="9227475" y="790367"/>
                  <a:ext cx="249463" cy="269676"/>
                </a:xfrm>
                <a:custGeom>
                  <a:avLst/>
                  <a:gdLst>
                    <a:gd name="connsiteX0" fmla="*/ 16250 w 249463"/>
                    <a:gd name="connsiteY0" fmla="*/ 269676 h 269676"/>
                    <a:gd name="connsiteX1" fmla="*/ 113436 w 249463"/>
                    <a:gd name="connsiteY1" fmla="*/ 269676 h 269676"/>
                    <a:gd name="connsiteX2" fmla="*/ 249464 w 249463"/>
                    <a:gd name="connsiteY2" fmla="*/ 142435 h 269676"/>
                    <a:gd name="connsiteX3" fmla="*/ 97169 w 249463"/>
                    <a:gd name="connsiteY3" fmla="*/ 0 h 269676"/>
                    <a:gd name="connsiteX4" fmla="*/ 0 w 249463"/>
                    <a:gd name="connsiteY4" fmla="*/ 0 h 269676"/>
                    <a:gd name="connsiteX5" fmla="*/ 152260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64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60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4B66D040-D2C7-9942-07A1-4736F3323DF0}"/>
                    </a:ext>
                  </a:extLst>
                </p:cNvPr>
                <p:cNvSpPr/>
                <p:nvPr/>
              </p:nvSpPr>
              <p:spPr>
                <a:xfrm>
                  <a:off x="9379191" y="790367"/>
                  <a:ext cx="249462" cy="269676"/>
                </a:xfrm>
                <a:custGeom>
                  <a:avLst/>
                  <a:gdLst>
                    <a:gd name="connsiteX0" fmla="*/ 16266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78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66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A4833D97-B76C-AC2C-681C-DA15A9C2AEDF}"/>
                    </a:ext>
                  </a:extLst>
                </p:cNvPr>
                <p:cNvSpPr/>
                <p:nvPr/>
              </p:nvSpPr>
              <p:spPr>
                <a:xfrm>
                  <a:off x="9530923" y="790367"/>
                  <a:ext cx="249446" cy="269676"/>
                </a:xfrm>
                <a:custGeom>
                  <a:avLst/>
                  <a:gdLst>
                    <a:gd name="connsiteX0" fmla="*/ 16233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60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33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60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</p:grpSp>
      <p:pic>
        <p:nvPicPr>
          <p:cNvPr id="3" name="Picture 2" descr="A group of tall buildings&#10;&#10;Description automatically generated">
            <a:extLst>
              <a:ext uri="{FF2B5EF4-FFF2-40B4-BE49-F238E27FC236}">
                <a16:creationId xmlns:a16="http://schemas.microsoft.com/office/drawing/2014/main" id="{BAD26371-A818-EE3E-FD98-CD12C05786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35259"/>
            <a:ext cx="8180065" cy="740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7AADB2F-9026-4A07-A9DD-32088DBA642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348" t="18754" r="3990" b="37747"/>
          <a:stretch/>
        </p:blipFill>
        <p:spPr>
          <a:xfrm>
            <a:off x="13684" y="2157573"/>
            <a:ext cx="12178315" cy="470042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ECB2463-F67C-21CD-1A04-1ADD609D0CD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5121" r="3012"/>
          <a:stretch/>
        </p:blipFill>
        <p:spPr>
          <a:xfrm>
            <a:off x="10602930" y="-77962"/>
            <a:ext cx="1379595" cy="809851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1E55C88-6B8C-8D65-CAE5-01EE8D0D8C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3008" y="4307435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74F9D7F-EEDE-2E0F-D72C-D86DC53870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3007" y="5405057"/>
            <a:ext cx="4676125" cy="48203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DCAB63D-AD58-FDCF-E4FF-D1B84C78CE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23762" y="6193176"/>
            <a:ext cx="4676125" cy="48203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9" name="Picture 8" descr="A black and white text&#10;&#10;AI-generated content may be incorrect.">
            <a:extLst>
              <a:ext uri="{FF2B5EF4-FFF2-40B4-BE49-F238E27FC236}">
                <a16:creationId xmlns:a16="http://schemas.microsoft.com/office/drawing/2014/main" id="{453F0523-000D-6A8C-873D-BFECDFB8C0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9474" y="178751"/>
            <a:ext cx="2207462" cy="5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5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Cover2-BTN-Blue">
    <p:bg>
      <p:bgPr>
        <a:solidFill>
          <a:srgbClr val="015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591F16-5876-4AA2-2E99-D62C1FCD13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60259" y="1160979"/>
            <a:ext cx="7241323" cy="1031880"/>
          </a:xfrm>
        </p:spPr>
        <p:txBody>
          <a:bodyPr>
            <a:noAutofit/>
          </a:bodyPr>
          <a:lstStyle>
            <a:lvl1pPr marL="0" indent="0">
              <a:buNone/>
              <a:defRPr sz="88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C1A69B-F027-AD1D-AA6D-B9FBE231C3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93" y="0"/>
            <a:ext cx="3172949" cy="106851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A845B72-999E-1259-B62F-4A4E8DE073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801" y="1150704"/>
            <a:ext cx="5066212" cy="6138808"/>
          </a:xfrm>
        </p:spPr>
        <p:txBody>
          <a:bodyPr>
            <a:noAutofit/>
          </a:bodyPr>
          <a:lstStyle>
            <a:lvl1pPr marL="0" indent="0">
              <a:buNone/>
              <a:defRPr sz="1990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7D0BDB-A07E-F13F-BFFA-9BD27AB486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2944" y="157342"/>
            <a:ext cx="1345915" cy="7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2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6B148-8668-FC88-5F22-6C7B2F8F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FDD5-6DB0-6A80-A330-CB489345C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F93C-FF00-77FE-F881-DD505F004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ED3BF-4B56-4EB9-83D7-B10BD38A7CBC}" type="datetimeFigureOut">
              <a:rPr lang="en-ID" smtClean="0"/>
              <a:t>04/05/26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A61B3-CCA5-075C-9C84-E90B1C271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6C9C-B6F0-A46D-2AC9-9F122842F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66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_title">
            <a:extLst>
              <a:ext uri="{FF2B5EF4-FFF2-40B4-BE49-F238E27FC236}">
                <a16:creationId xmlns:a16="http://schemas.microsoft.com/office/drawing/2014/main" id="{D54EEC5B-F280-B08D-1972-BBA6CC4EEA28}"/>
              </a:ext>
            </a:extLst>
          </p:cNvPr>
          <p:cNvSpPr txBox="1"/>
          <p:nvPr/>
        </p:nvSpPr>
        <p:spPr>
          <a:xfrm>
            <a:off x="2939845" y="5446693"/>
            <a:ext cx="8947356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3200" b="1">
                <a:solidFill>
                  <a:schemeClr val="bg1"/>
                </a:solidFill>
                <a:latin typeface="Poppins"/>
                <a:cs typeface="Poppins"/>
              </a:rPr>
              <a:t>Monthly </a:t>
            </a:r>
            <a:r>
              <a:rPr lang="en-US" sz="3200" b="1" dirty="0">
                <a:solidFill>
                  <a:schemeClr val="bg1"/>
                </a:solidFill>
                <a:latin typeface="Poppins"/>
                <a:cs typeface="Poppins"/>
              </a:rPr>
              <a:t>Report Synthetic Monitoring</a:t>
            </a:r>
          </a:p>
          <a:p>
            <a:pPr algn="r"/>
            <a:r>
              <a:rPr lang="en-US" sz="3200" b="1" dirty="0">
                <a:solidFill>
                  <a:schemeClr val="bg1"/>
                </a:solidFill>
                <a:latin typeface="Poppins"/>
                <a:cs typeface="Poppins"/>
              </a:rPr>
              <a:t>ITOD – {{year}}</a:t>
            </a:r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1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4414-F102-43F9-37E1-48E7EDD5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white and blue flag&#10;&#10;AI-generated content may be incorrect.">
            <a:extLst>
              <a:ext uri="{FF2B5EF4-FFF2-40B4-BE49-F238E27FC236}">
                <a16:creationId xmlns:a16="http://schemas.microsoft.com/office/drawing/2014/main" id="{5A7A11D6-5104-4E1F-9E0E-C2F1975D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963" y="5619750"/>
            <a:ext cx="3343275" cy="123825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84E8CCF-CDA7-009E-BE2E-A6A0D06F87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342499" y="2514600"/>
            <a:ext cx="4676125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 dirty="0">
                <a:solidFill>
                  <a:srgbClr val="0070C0"/>
                </a:solidFill>
                <a:latin typeface="Poppins ExtraBold"/>
                <a:cs typeface="Poppins ExtraBold"/>
              </a:rPr>
              <a:t>{{title}}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104998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B9EA-86F5-A0BE-C908-DEC59D02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_range">
            <a:extLst>
              <a:ext uri="{FF2B5EF4-FFF2-40B4-BE49-F238E27FC236}">
                <a16:creationId xmlns:a16="http://schemas.microsoft.com/office/drawing/2014/main" id="{F467FA41-6ADE-5573-1109-14EE6A952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date_range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2684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A32C-A027-F68B-BD74-2802A59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D693A3-635B-3BE1-2F83-B443595CBDB3}"/>
              </a:ext>
            </a:extLst>
          </p:cNvPr>
          <p:cNvSpPr txBox="1">
            <a:spLocks/>
          </p:cNvSpPr>
          <p:nvPr/>
        </p:nvSpPr>
        <p:spPr>
          <a:xfrm>
            <a:off x="308480" y="2334920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Rerata</a:t>
            </a:r>
            <a:r>
              <a:rPr lang="en-US" sz="1200" dirty="0"/>
              <a:t> </a:t>
            </a:r>
            <a:r>
              <a:rPr lang="en-US" sz="1200" dirty="0" err="1"/>
              <a:t>Durasi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AA92E-CFAA-0736-EA14-D23A35507ECF}"/>
              </a:ext>
            </a:extLst>
          </p:cNvPr>
          <p:cNvSpPr>
            <a:spLocks/>
          </p:cNvSpPr>
          <p:nvPr/>
        </p:nvSpPr>
        <p:spPr>
          <a:xfrm>
            <a:off x="308480" y="2338985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DB95E-4AD8-C58A-7D40-E73B97DAED62}"/>
              </a:ext>
            </a:extLst>
          </p:cNvPr>
          <p:cNvSpPr txBox="1">
            <a:spLocks/>
          </p:cNvSpPr>
          <p:nvPr/>
        </p:nvSpPr>
        <p:spPr>
          <a:xfrm>
            <a:off x="2219957" y="2334920"/>
            <a:ext cx="1778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E015C-8AB6-2FBE-D839-673C8F25F477}"/>
              </a:ext>
            </a:extLst>
          </p:cNvPr>
          <p:cNvSpPr>
            <a:spLocks/>
          </p:cNvSpPr>
          <p:nvPr/>
        </p:nvSpPr>
        <p:spPr>
          <a:xfrm>
            <a:off x="2219957" y="2338985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9B0C1-0D6E-136E-463B-D118D773FE57}"/>
              </a:ext>
            </a:extLst>
          </p:cNvPr>
          <p:cNvSpPr txBox="1">
            <a:spLocks/>
          </p:cNvSpPr>
          <p:nvPr/>
        </p:nvSpPr>
        <p:spPr>
          <a:xfrm>
            <a:off x="6048814" y="2334920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Run </a:t>
            </a:r>
            <a:r>
              <a:rPr lang="en-US" sz="1200" dirty="0" err="1"/>
              <a:t>Tertinggi</a:t>
            </a:r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F3774-9CC7-83CE-3D32-0D161D39AFFE}"/>
              </a:ext>
            </a:extLst>
          </p:cNvPr>
          <p:cNvSpPr>
            <a:spLocks/>
          </p:cNvSpPr>
          <p:nvPr/>
        </p:nvSpPr>
        <p:spPr>
          <a:xfrm>
            <a:off x="6048814" y="2338985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FDE17-BA66-CF4A-3886-E74014A07C43}"/>
              </a:ext>
            </a:extLst>
          </p:cNvPr>
          <p:cNvSpPr txBox="1">
            <a:spLocks/>
          </p:cNvSpPr>
          <p:nvPr/>
        </p:nvSpPr>
        <p:spPr>
          <a:xfrm>
            <a:off x="7957568" y="2334920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 </a:t>
            </a:r>
            <a:r>
              <a:rPr lang="en-US" sz="1200" err="1"/>
              <a:t>Tertinggi</a:t>
            </a:r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04681F-3F66-15A3-0887-5ABCFA368239}"/>
              </a:ext>
            </a:extLst>
          </p:cNvPr>
          <p:cNvSpPr>
            <a:spLocks/>
          </p:cNvSpPr>
          <p:nvPr/>
        </p:nvSpPr>
        <p:spPr>
          <a:xfrm>
            <a:off x="7925371" y="2338985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009C2-DFEF-1BE9-6505-E16E2E248F20}"/>
              </a:ext>
            </a:extLst>
          </p:cNvPr>
          <p:cNvSpPr txBox="1">
            <a:spLocks/>
          </p:cNvSpPr>
          <p:nvPr/>
        </p:nvSpPr>
        <p:spPr>
          <a:xfrm>
            <a:off x="9869047" y="2328038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 </a:t>
            </a:r>
            <a:r>
              <a:rPr lang="en-US" sz="1200" err="1"/>
              <a:t>Terendah</a:t>
            </a:r>
            <a:endParaRPr lang="en-US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5D67A7-6D38-8204-6CB3-9C9B17622887}"/>
              </a:ext>
            </a:extLst>
          </p:cNvPr>
          <p:cNvSpPr>
            <a:spLocks/>
          </p:cNvSpPr>
          <p:nvPr/>
        </p:nvSpPr>
        <p:spPr>
          <a:xfrm>
            <a:off x="9869043" y="2331029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A59C7-C0F5-3275-1D95-3FDDCAAD82F6}"/>
              </a:ext>
            </a:extLst>
          </p:cNvPr>
          <p:cNvSpPr txBox="1">
            <a:spLocks/>
          </p:cNvSpPr>
          <p:nvPr/>
        </p:nvSpPr>
        <p:spPr>
          <a:xfrm>
            <a:off x="4129193" y="2334920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Rata-rata Run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4795FC-67BD-FF27-DCC9-A7B54014AA65}"/>
              </a:ext>
            </a:extLst>
          </p:cNvPr>
          <p:cNvSpPr>
            <a:spLocks/>
          </p:cNvSpPr>
          <p:nvPr/>
        </p:nvSpPr>
        <p:spPr>
          <a:xfrm>
            <a:off x="4129193" y="2338985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h_sr_date">
            <a:extLst>
              <a:ext uri="{FF2B5EF4-FFF2-40B4-BE49-F238E27FC236}">
                <a16:creationId xmlns:a16="http://schemas.microsoft.com/office/drawing/2014/main" id="{6BA95457-C7AE-33E5-C562-10B7B2CFF682}"/>
              </a:ext>
            </a:extLst>
          </p:cNvPr>
          <p:cNvSpPr txBox="1">
            <a:spLocks/>
          </p:cNvSpPr>
          <p:nvPr/>
        </p:nvSpPr>
        <p:spPr>
          <a:xfrm>
            <a:off x="7957566" y="3128364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h_sr_date</a:t>
            </a:r>
            <a:r>
              <a:rPr lang="en-US" sz="1000" dirty="0"/>
              <a:t>}}</a:t>
            </a:r>
          </a:p>
        </p:txBody>
      </p:sp>
      <p:sp>
        <p:nvSpPr>
          <p:cNvPr id="28" name="l_sr_date">
            <a:extLst>
              <a:ext uri="{FF2B5EF4-FFF2-40B4-BE49-F238E27FC236}">
                <a16:creationId xmlns:a16="http://schemas.microsoft.com/office/drawing/2014/main" id="{DA9D127C-6EDE-D811-BAEE-B4B7C0E7D2C0}"/>
              </a:ext>
            </a:extLst>
          </p:cNvPr>
          <p:cNvSpPr txBox="1">
            <a:spLocks/>
          </p:cNvSpPr>
          <p:nvPr/>
        </p:nvSpPr>
        <p:spPr>
          <a:xfrm>
            <a:off x="9869045" y="3121482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l_sr_date</a:t>
            </a:r>
            <a:r>
              <a:rPr lang="en-US" sz="1000" dirty="0"/>
              <a:t>}}</a:t>
            </a:r>
          </a:p>
        </p:txBody>
      </p:sp>
      <p:sp>
        <p:nvSpPr>
          <p:cNvPr id="20" name="h_trx_date">
            <a:extLst>
              <a:ext uri="{FF2B5EF4-FFF2-40B4-BE49-F238E27FC236}">
                <a16:creationId xmlns:a16="http://schemas.microsoft.com/office/drawing/2014/main" id="{EED83BE1-ED87-4A5F-9546-F794046D8B39}"/>
              </a:ext>
            </a:extLst>
          </p:cNvPr>
          <p:cNvSpPr txBox="1">
            <a:spLocks/>
          </p:cNvSpPr>
          <p:nvPr/>
        </p:nvSpPr>
        <p:spPr>
          <a:xfrm>
            <a:off x="6048812" y="3128364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h_trx_date</a:t>
            </a:r>
            <a:r>
              <a:rPr lang="en-US" sz="1000" dirty="0"/>
              <a:t>}}</a:t>
            </a:r>
          </a:p>
        </p:txBody>
      </p:sp>
      <p:sp>
        <p:nvSpPr>
          <p:cNvPr id="12" name="sr">
            <a:extLst>
              <a:ext uri="{FF2B5EF4-FFF2-40B4-BE49-F238E27FC236}">
                <a16:creationId xmlns:a16="http://schemas.microsoft.com/office/drawing/2014/main" id="{BF0FC461-0DBC-0B93-CE0D-33FD100341AC}"/>
              </a:ext>
            </a:extLst>
          </p:cNvPr>
          <p:cNvSpPr txBox="1">
            <a:spLocks/>
          </p:cNvSpPr>
          <p:nvPr/>
        </p:nvSpPr>
        <p:spPr>
          <a:xfrm>
            <a:off x="2282810" y="2762293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sr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18" name="h_trx">
            <a:extLst>
              <a:ext uri="{FF2B5EF4-FFF2-40B4-BE49-F238E27FC236}">
                <a16:creationId xmlns:a16="http://schemas.microsoft.com/office/drawing/2014/main" id="{2EB08040-9430-1579-5066-9ED815256694}"/>
              </a:ext>
            </a:extLst>
          </p:cNvPr>
          <p:cNvSpPr txBox="1">
            <a:spLocks/>
          </p:cNvSpPr>
          <p:nvPr/>
        </p:nvSpPr>
        <p:spPr>
          <a:xfrm>
            <a:off x="6059126" y="2671483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h_trx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  <a:endParaRPr lang="en-US" sz="2000" b="1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trx_avg">
            <a:extLst>
              <a:ext uri="{FF2B5EF4-FFF2-40B4-BE49-F238E27FC236}">
                <a16:creationId xmlns:a16="http://schemas.microsoft.com/office/drawing/2014/main" id="{927029B8-3626-2FC6-D8FF-7767D48AC06E}"/>
              </a:ext>
            </a:extLst>
          </p:cNvPr>
          <p:cNvSpPr txBox="1">
            <a:spLocks/>
          </p:cNvSpPr>
          <p:nvPr/>
        </p:nvSpPr>
        <p:spPr>
          <a:xfrm>
            <a:off x="4118398" y="2747420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trx_avg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22" name="h_sr">
            <a:extLst>
              <a:ext uri="{FF2B5EF4-FFF2-40B4-BE49-F238E27FC236}">
                <a16:creationId xmlns:a16="http://schemas.microsoft.com/office/drawing/2014/main" id="{4EFD4063-90A4-39D1-3966-259ACD32871F}"/>
              </a:ext>
            </a:extLst>
          </p:cNvPr>
          <p:cNvSpPr txBox="1">
            <a:spLocks/>
          </p:cNvSpPr>
          <p:nvPr/>
        </p:nvSpPr>
        <p:spPr>
          <a:xfrm>
            <a:off x="7957566" y="2664951"/>
            <a:ext cx="18902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h_sr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4" name="total_trx">
            <a:extLst>
              <a:ext uri="{FF2B5EF4-FFF2-40B4-BE49-F238E27FC236}">
                <a16:creationId xmlns:a16="http://schemas.microsoft.com/office/drawing/2014/main" id="{9AE3644E-868D-989C-7FB9-424E60DB7BDC}"/>
              </a:ext>
            </a:extLst>
          </p:cNvPr>
          <p:cNvSpPr txBox="1">
            <a:spLocks/>
          </p:cNvSpPr>
          <p:nvPr/>
        </p:nvSpPr>
        <p:spPr>
          <a:xfrm>
            <a:off x="329658" y="2747420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avg_dur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26" name="l_sr">
            <a:extLst>
              <a:ext uri="{FF2B5EF4-FFF2-40B4-BE49-F238E27FC236}">
                <a16:creationId xmlns:a16="http://schemas.microsoft.com/office/drawing/2014/main" id="{83197053-0234-60BC-1FAB-B60C1F07A601}"/>
              </a:ext>
            </a:extLst>
          </p:cNvPr>
          <p:cNvSpPr txBox="1">
            <a:spLocks/>
          </p:cNvSpPr>
          <p:nvPr/>
        </p:nvSpPr>
        <p:spPr>
          <a:xfrm>
            <a:off x="9869045" y="2664951"/>
            <a:ext cx="18902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FF0000"/>
                </a:solidFill>
                <a:latin typeface="Poppins"/>
                <a:cs typeface="Poppins"/>
              </a:rPr>
              <a:t>l_sr</a:t>
            </a:r>
            <a:r>
              <a:rPr lang="en-US" sz="2000" b="1" dirty="0">
                <a:solidFill>
                  <a:srgbClr val="FF000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AA02B1C-2854-9F14-B1CD-EF011239605D}"/>
              </a:ext>
            </a:extLst>
          </p:cNvPr>
          <p:cNvSpPr txBox="1">
            <a:spLocks/>
          </p:cNvSpPr>
          <p:nvPr/>
        </p:nvSpPr>
        <p:spPr>
          <a:xfrm>
            <a:off x="308484" y="159627"/>
            <a:ext cx="9760801" cy="461655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dirty="0">
                <a:solidFill>
                  <a:srgbClr val="005BFD"/>
                </a:solidFill>
                <a:latin typeface="Poppins"/>
                <a:cs typeface="Poppins"/>
              </a:rPr>
              <a:t>{{title}}</a:t>
            </a:r>
            <a:endParaRPr lang="en-US" sz="2400" b="1" dirty="0">
              <a:solidFill>
                <a:schemeClr val="tx2"/>
              </a:solidFill>
              <a:latin typeface="Poppins"/>
              <a:cs typeface="Poppins"/>
            </a:endParaRPr>
          </a:p>
        </p:txBody>
      </p:sp>
      <p:pic>
        <p:nvPicPr>
          <p:cNvPr id="9" name="img_dialy_sr_run">
            <a:extLst>
              <a:ext uri="{FF2B5EF4-FFF2-40B4-BE49-F238E27FC236}">
                <a16:creationId xmlns:a16="http://schemas.microsoft.com/office/drawing/2014/main" id="{CECB1F3C-732E-E58E-5227-047BAEC39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0" y="3710471"/>
            <a:ext cx="11450861" cy="277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6E1A13-F916-A954-282B-8C1095CA9673}"/>
              </a:ext>
            </a:extLst>
          </p:cNvPr>
          <p:cNvSpPr txBox="1"/>
          <p:nvPr/>
        </p:nvSpPr>
        <p:spPr>
          <a:xfrm>
            <a:off x="308482" y="1173090"/>
            <a:ext cx="375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Run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52B641-A763-625E-D7AB-417B09414B53}"/>
              </a:ext>
            </a:extLst>
          </p:cNvPr>
          <p:cNvSpPr/>
          <p:nvPr/>
        </p:nvSpPr>
        <p:spPr>
          <a:xfrm>
            <a:off x="308482" y="1177155"/>
            <a:ext cx="375965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otal_run">
            <a:extLst>
              <a:ext uri="{FF2B5EF4-FFF2-40B4-BE49-F238E27FC236}">
                <a16:creationId xmlns:a16="http://schemas.microsoft.com/office/drawing/2014/main" id="{32AFF96F-0B30-B938-024F-FF3F94C5344A}"/>
              </a:ext>
            </a:extLst>
          </p:cNvPr>
          <p:cNvSpPr txBox="1">
            <a:spLocks/>
          </p:cNvSpPr>
          <p:nvPr/>
        </p:nvSpPr>
        <p:spPr>
          <a:xfrm>
            <a:off x="350603" y="1585590"/>
            <a:ext cx="375965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total_run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37" name="total_success_total_failed">
            <a:extLst>
              <a:ext uri="{FF2B5EF4-FFF2-40B4-BE49-F238E27FC236}">
                <a16:creationId xmlns:a16="http://schemas.microsoft.com/office/drawing/2014/main" id="{537B40B7-D318-917C-84B6-D406C376C969}"/>
              </a:ext>
            </a:extLst>
          </p:cNvPr>
          <p:cNvSpPr txBox="1"/>
          <p:nvPr/>
        </p:nvSpPr>
        <p:spPr>
          <a:xfrm>
            <a:off x="4266630" y="1963273"/>
            <a:ext cx="35810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{{</a:t>
            </a:r>
            <a:r>
              <a:rPr lang="en-US" sz="1000" dirty="0" err="1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total_success</a:t>
            </a:r>
            <a:r>
              <a:rPr lang="en-US" sz="1000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}} Success &amp; {{</a:t>
            </a:r>
            <a:r>
              <a:rPr lang="en-US" sz="1000" dirty="0" err="1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total_failed</a:t>
            </a:r>
            <a:r>
              <a:rPr lang="en-US" sz="1000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}} Failed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F24D73-6862-97D6-E045-2F90C3E5DFCD}"/>
              </a:ext>
            </a:extLst>
          </p:cNvPr>
          <p:cNvSpPr txBox="1"/>
          <p:nvPr/>
        </p:nvSpPr>
        <p:spPr>
          <a:xfrm>
            <a:off x="4173109" y="1173090"/>
            <a:ext cx="375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Executed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2B60D7-B6C7-F0B2-1A4C-4BB3F20D6DBE}"/>
              </a:ext>
            </a:extLst>
          </p:cNvPr>
          <p:cNvSpPr/>
          <p:nvPr/>
        </p:nvSpPr>
        <p:spPr>
          <a:xfrm>
            <a:off x="4173109" y="1177155"/>
            <a:ext cx="375965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otal_exec">
            <a:extLst>
              <a:ext uri="{FF2B5EF4-FFF2-40B4-BE49-F238E27FC236}">
                <a16:creationId xmlns:a16="http://schemas.microsoft.com/office/drawing/2014/main" id="{3150898C-6003-358D-D565-577CFA5DEA9C}"/>
              </a:ext>
            </a:extLst>
          </p:cNvPr>
          <p:cNvSpPr txBox="1">
            <a:spLocks/>
          </p:cNvSpPr>
          <p:nvPr/>
        </p:nvSpPr>
        <p:spPr>
          <a:xfrm>
            <a:off x="4215230" y="1585590"/>
            <a:ext cx="375965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total_exec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DA70E0-D18F-46E5-BC01-0B8519186BEB}"/>
              </a:ext>
            </a:extLst>
          </p:cNvPr>
          <p:cNvSpPr txBox="1"/>
          <p:nvPr/>
        </p:nvSpPr>
        <p:spPr>
          <a:xfrm>
            <a:off x="7995617" y="1177537"/>
            <a:ext cx="3759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Skipped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83D5AA-22AB-23FA-7964-339FA070224A}"/>
              </a:ext>
            </a:extLst>
          </p:cNvPr>
          <p:cNvSpPr/>
          <p:nvPr/>
        </p:nvSpPr>
        <p:spPr>
          <a:xfrm>
            <a:off x="7995617" y="1181602"/>
            <a:ext cx="375965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otal_skipped">
            <a:extLst>
              <a:ext uri="{FF2B5EF4-FFF2-40B4-BE49-F238E27FC236}">
                <a16:creationId xmlns:a16="http://schemas.microsoft.com/office/drawing/2014/main" id="{354C6A47-1847-E691-DB91-5D44CA39CADB}"/>
              </a:ext>
            </a:extLst>
          </p:cNvPr>
          <p:cNvSpPr txBox="1">
            <a:spLocks/>
          </p:cNvSpPr>
          <p:nvPr/>
        </p:nvSpPr>
        <p:spPr>
          <a:xfrm>
            <a:off x="8037738" y="1590037"/>
            <a:ext cx="375965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total_skipped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97154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DEF7-789C-CB50-8D07-D4C26B33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D2741313-5BE8-431F-0A51-01D210FB9F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00E64948-DA01-5FD0-D0C1-C01C422899D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F9BBE8FC-FE9B-D728-A36C-08F0C41407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20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6A9B-6607-0436-A02E-D2ABA168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CC7A0717-C433-90D8-FBD7-97C69B2D3F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E31AED8C-53BF-FC50-EF60-689EA6DF545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6EA4B428-16F7-EF0F-F8AC-784C1C4FDE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19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95523-D9B1-1C20-9219-BC5C7C64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93D3D4C3-335A-01E0-190E-B475AD0E77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AEE21A56-A736-63D3-992F-7DBE055A828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4A809231-1DCF-926E-AECB-5BA2219145B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5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3BF3-8441-B9AC-AE28-49DBE6DC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28936C17-A3DE-86B0-A233-BD0C0B26D6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19351B94-788E-F6A5-65FD-281FBFA87D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F8CF303A-45E1-6FA9-5D2A-15DB2398E4E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55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6F95-2456-6E8F-124F-95226CD8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479E48A1-C200-39F6-4506-08C84E8021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586C3932-F2A5-C005-3390-E4A04864BC6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44FE2B3A-EF6B-8950-846B-30A97D6EE9D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28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3344-8A41-EAFF-057C-FE10F39D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90FB1F0C-1349-6AE1-1940-F16A5EB0BF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C5DB4E68-AF43-D2E6-6598-B1C2727FB0E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9AFE4BDB-66BF-C276-8F4A-DEDB1FB09E7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23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47CE-7353-4A6F-7FEC-6D9C0BC2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92877E8D-5D32-7358-E0B8-D116D1C02E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369322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Breakdown {{</a:t>
            </a:r>
            <a:r>
              <a:rPr lang="en-US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features_name</a:t>
            </a:r>
            <a:r>
              <a:rPr lang="en-US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feature2_trends">
            <a:extLst>
              <a:ext uri="{FF2B5EF4-FFF2-40B4-BE49-F238E27FC236}">
                <a16:creationId xmlns:a16="http://schemas.microsoft.com/office/drawing/2014/main" id="{4BAE68A2-20DB-4F30-DC93-B5B70B6FF04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feature1_trends">
            <a:extLst>
              <a:ext uri="{FF2B5EF4-FFF2-40B4-BE49-F238E27FC236}">
                <a16:creationId xmlns:a16="http://schemas.microsoft.com/office/drawing/2014/main" id="{367D47FE-078A-925C-1438-5B809717D5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7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25DF-3517-F1C6-8E50-FA4FEBDF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bl_feature_breakdown">
            <a:extLst>
              <a:ext uri="{FF2B5EF4-FFF2-40B4-BE49-F238E27FC236}">
                <a16:creationId xmlns:a16="http://schemas.microsoft.com/office/drawing/2014/main" id="{8040F86D-577A-C932-8311-57996D47A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222180"/>
              </p:ext>
            </p:extLst>
          </p:nvPr>
        </p:nvGraphicFramePr>
        <p:xfrm>
          <a:off x="142310" y="886918"/>
          <a:ext cx="11911465" cy="576617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24347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633057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597166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426477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442880">
                  <a:extLst>
                    <a:ext uri="{9D8B030D-6E8A-4147-A177-3AD203B41FA5}">
                      <a16:colId xmlns:a16="http://schemas.microsoft.com/office/drawing/2014/main" val="3869746821"/>
                    </a:ext>
                  </a:extLst>
                </a:gridCol>
                <a:gridCol w="442880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385469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  <a:gridCol w="3854699">
                  <a:extLst>
                    <a:ext uri="{9D8B030D-6E8A-4147-A177-3AD203B41FA5}">
                      <a16:colId xmlns:a16="http://schemas.microsoft.com/office/drawing/2014/main" val="3242152737"/>
                    </a:ext>
                  </a:extLst>
                </a:gridCol>
              </a:tblGrid>
              <a:tr h="302199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41896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394244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38220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1552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77073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79642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076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71244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995835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D6F85737-7351-445D-CF61-8FE38DF0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555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CFE78-BC9A-C4E6-B770-A689EA4A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bl_feature_breakdown">
            <a:extLst>
              <a:ext uri="{FF2B5EF4-FFF2-40B4-BE49-F238E27FC236}">
                <a16:creationId xmlns:a16="http://schemas.microsoft.com/office/drawing/2014/main" id="{0A6C8217-B398-41BF-E0BA-F9B2E6D13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64727"/>
              </p:ext>
            </p:extLst>
          </p:nvPr>
        </p:nvGraphicFramePr>
        <p:xfrm>
          <a:off x="142310" y="886918"/>
          <a:ext cx="11911465" cy="576617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24347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633057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597166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426477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442880">
                  <a:extLst>
                    <a:ext uri="{9D8B030D-6E8A-4147-A177-3AD203B41FA5}">
                      <a16:colId xmlns:a16="http://schemas.microsoft.com/office/drawing/2014/main" val="2276101013"/>
                    </a:ext>
                  </a:extLst>
                </a:gridCol>
                <a:gridCol w="442880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385469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  <a:gridCol w="3854699">
                  <a:extLst>
                    <a:ext uri="{9D8B030D-6E8A-4147-A177-3AD203B41FA5}">
                      <a16:colId xmlns:a16="http://schemas.microsoft.com/office/drawing/2014/main" val="3242152737"/>
                    </a:ext>
                  </a:extLst>
                </a:gridCol>
              </a:tblGrid>
              <a:tr h="302199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41896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394244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38220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1552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77073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79642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076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71244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995835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13D89FEF-F3EA-AA39-14B5-81CC94F5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6788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5FA3-56EF-B666-7CA7-4753474A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bl_top_10_failed_features">
            <a:extLst>
              <a:ext uri="{FF2B5EF4-FFF2-40B4-BE49-F238E27FC236}">
                <a16:creationId xmlns:a16="http://schemas.microsoft.com/office/drawing/2014/main" id="{07DC7971-0898-3F5D-A17B-6A37F9E6F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68492"/>
              </p:ext>
            </p:extLst>
          </p:nvPr>
        </p:nvGraphicFramePr>
        <p:xfrm>
          <a:off x="142310" y="886918"/>
          <a:ext cx="11911466" cy="576617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01883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5099346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4810237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</a:tblGrid>
              <a:tr h="302199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41896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394244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382206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1552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77073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796428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0760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71244"/>
                  </a:ext>
                </a:extLst>
              </a:tr>
              <a:tr h="642173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995835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C137B489-35B8-5F38-3942-AA11465F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27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5ab2e60-28b9-4a4f-a5d0-d3c217574e87}" enabled="0" method="" siteId="{45ab2e60-28b9-4a4f-a5d0-d3c217574e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181</Words>
  <Application>Microsoft Macintosh PowerPoint</Application>
  <PresentationFormat>Widescreen</PresentationFormat>
  <Paragraphs>42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{{title}}</vt:lpstr>
      <vt:lpstr>{{title}}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Brilyan 21936. Ramadhan Habib Pricanta</dc:creator>
  <cp:lastModifiedBy>Brilyan 21936. Ramadhan Habib Pricanta</cp:lastModifiedBy>
  <cp:revision>50</cp:revision>
  <dcterms:created xsi:type="dcterms:W3CDTF">2026-04-10T03:26:35Z</dcterms:created>
  <dcterms:modified xsi:type="dcterms:W3CDTF">2026-05-04T15:55:18Z</dcterms:modified>
</cp:coreProperties>
</file>